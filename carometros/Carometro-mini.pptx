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2862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09F86-5AA0-9D00-DF11-6DE8DC02E5C8}" v="1" dt="2026-04-13T19:09:03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1862" y="-181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4ABC6-769B-4858-BD46-D85069CF147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9FBA6-E867-46AF-B02F-EAB2421DE1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42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252C-08DA-5519-8735-67560383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71923F-02E5-E0D2-05C2-32A9D6B68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BC0B5D-8CF0-FE7E-E571-40300C388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81C560-34E6-4F4A-4B05-1808DC171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20AAF-45AC-454C-B324-BAB0ABAF87C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78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A24CF-2A79-09B3-CAEF-0507C5E8D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AF9038-2EC4-5A49-7A8C-6C730D478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87F3F2-F21A-30F3-1B03-EFC6AF9F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2385AE-C00C-005F-30AB-CCBD6EEE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D0687D-EC64-1930-0AE7-0ECAB694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195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DBE93-FACD-B3CA-374C-98CF798E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12FD3C-DF6A-A477-4A30-C83826CE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ADA2B0-5CB1-2589-E3F7-2DD12B94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30F90B-C7B9-AC55-68EB-8E3473F6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63385E-347A-4DF5-8BF0-27B6F467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42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0762A-9DC8-9B39-F71F-4A11CB6B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D521A6-0EC8-F0F3-8CD9-CC546697D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5BEFBC-DCE6-5A9B-74F0-37C35471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7DC17C-06ED-FF34-47B3-41C94C44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85F959-BD83-5585-5D74-43732ABA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73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07854-DA98-D12D-6859-51B36EBD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ACE51-B5E9-DE43-DF2E-1EDA0BC45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A49F7-D7E8-B3EC-5C93-7F7403A76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E155C-1BD5-02FB-880F-50EC9635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01D678-DEC1-9092-1105-C191D58A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21DDF7-F30A-E3A4-8636-159AB3B4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86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B4AEB-75E4-5B17-511A-0E108D7D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791675-1D88-07E1-CAB4-FA380AD08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F0F9D1-290A-63B2-5EF4-D6BC0756B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92703B-2FD7-E172-3C9D-BAC6B82B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BE0568-0FC3-8FA4-E0EB-AFA522616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36779A-C711-9FB6-25B1-EB06ED4E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5B969E-5CE2-6C95-67F2-AC106B70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4FB2A5-F893-B5EE-D80D-00182C9B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36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6B24C-E5F8-4C72-C0BF-8D93DA6D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AFB1DE-E4E7-53D9-C9DB-DBFDBAE9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C11B05-E03F-AC9A-4318-0F9A694A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9D348F-2589-98B4-3A51-729FACD6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49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579988-07CE-6125-DA8F-119A03DF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6AAAAF-F3F3-6998-4E1D-812F395C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4355D2-B0EC-057E-9E2C-569BF9FA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2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9BDAD-E5C0-0AFF-4F74-2CA6D1CF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E20DF-D222-C97C-8DF8-2DE43897F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289F64-53CF-9005-2489-BF747E8CC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CD0E4F-C2D7-51D6-E071-0019BC2A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1AD428-942E-BA3D-7081-8FA3196C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82F2C-EE9A-44CC-A17C-37A48D50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50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AAC9F-C6C3-888E-60C3-3BE9F319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799CEE-B6FD-FC67-6175-E8AB77CA0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948144-370E-1945-2EFB-D07450305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6FE9D5-A974-7D93-664F-7CCC1DF0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8C8803-E92D-5D9A-5AD8-F3612904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AAEC8-C589-57EA-A077-35292EBB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21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86A7F-D939-FA40-36E1-D6A67C04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717A7B-717E-388D-A333-854392E8B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79E4ED-51A9-CF7D-18F2-4A54AFE5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DC4D0E-7112-091C-1F3E-CDE860B7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99AE7A-1BA5-7FBF-B8E2-4B713D2E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1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302D2D-B0EC-EFA9-FCDE-34BBEF0A1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E114B9-83E1-0F3C-7D20-331FD925B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5660DF-F7F5-E289-3855-FA4C912B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1CB46-02EB-EC50-A835-CC1D30F3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39F8A-B745-69B0-1FC8-5975DB3E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2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D92C21-104A-7483-DFC3-BB5208FD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00D532-335A-E9BA-F40F-19A8C811B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2E0FBF-40BD-06D4-A8D9-DF0B0ECA8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A11E2-7507-432D-A963-369C2491C9F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50ACD0-821C-150F-4E4B-DB6A159C1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68F26F-242E-4586-A05D-1CC51DFB1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65088-AF13-4431-8F02-C5607E5218F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C09266-6F4F-BBA2-7449-F6B5412476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581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Classificação da informação: Confidencial Grupo de Acesso: Destinatários deste e-mail</a:t>
            </a:r>
          </a:p>
        </p:txBody>
      </p:sp>
    </p:spTree>
    <p:extLst>
      <p:ext uri="{BB962C8B-B14F-4D97-AF65-F5344CB8AC3E}">
        <p14:creationId xmlns:p14="http://schemas.microsoft.com/office/powerpoint/2010/main" val="372534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81E7-307B-FC95-3AE2-C7287F5B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2703D7A5-2D2A-C3B3-92E1-ADD32FC6ED18}"/>
              </a:ext>
            </a:extLst>
          </p:cNvPr>
          <p:cNvSpPr/>
          <p:nvPr/>
        </p:nvSpPr>
        <p:spPr>
          <a:xfrm>
            <a:off x="-28859" y="6386974"/>
            <a:ext cx="12221211" cy="471026"/>
          </a:xfrm>
          <a:custGeom>
            <a:avLst/>
            <a:gdLst>
              <a:gd name="connsiteX0" fmla="*/ 0 w 24442422"/>
              <a:gd name="connsiteY0" fmla="*/ 0 h 942051"/>
              <a:gd name="connsiteX1" fmla="*/ 24442422 w 24442422"/>
              <a:gd name="connsiteY1" fmla="*/ 0 h 942051"/>
              <a:gd name="connsiteX2" fmla="*/ 24442422 w 24442422"/>
              <a:gd name="connsiteY2" fmla="*/ 942051 h 942051"/>
              <a:gd name="connsiteX3" fmla="*/ 0 w 24442422"/>
              <a:gd name="connsiteY3" fmla="*/ 942051 h 94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422" h="942051">
                <a:moveTo>
                  <a:pt x="0" y="0"/>
                </a:moveTo>
                <a:lnTo>
                  <a:pt x="24442422" y="0"/>
                </a:lnTo>
                <a:lnTo>
                  <a:pt x="24442422" y="942051"/>
                </a:lnTo>
                <a:lnTo>
                  <a:pt x="0" y="942051"/>
                </a:lnTo>
                <a:close/>
              </a:path>
            </a:pathLst>
          </a:custGeom>
          <a:solidFill>
            <a:srgbClr val="257226"/>
          </a:solidFill>
          <a:ln w="0" cap="flat">
            <a:noFill/>
            <a:prstDash val="solid"/>
            <a:miter/>
          </a:ln>
        </p:spPr>
        <p:txBody>
          <a:bodyPr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143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2286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3429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4572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5715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6858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8001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91440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pt-BR" sz="75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11E014-D68B-9267-B276-C8D738D8294E}"/>
              </a:ext>
            </a:extLst>
          </p:cNvPr>
          <p:cNvSpPr txBox="1"/>
          <p:nvPr/>
        </p:nvSpPr>
        <p:spPr>
          <a:xfrm>
            <a:off x="164677" y="64994"/>
            <a:ext cx="73189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3200" b="0">
                <a:solidFill>
                  <a:srgbClr val="257226"/>
                </a:solidFill>
              </a:defRPr>
            </a:lvl1pPr>
          </a:lstStyle>
          <a:p>
            <a:r>
              <a:rPr lang="pt-BR" sz="2400" dirty="0">
                <a:latin typeface="Verdana"/>
                <a:ea typeface="Verdana"/>
              </a:rPr>
              <a:t>TITULO</a:t>
            </a:r>
            <a:endParaRPr lang="pt-BR" dirty="0"/>
          </a:p>
        </p:txBody>
      </p:sp>
      <p:grpSp>
        <p:nvGrpSpPr>
          <p:cNvPr id="63" name="Gráfico 2">
            <a:extLst>
              <a:ext uri="{FF2B5EF4-FFF2-40B4-BE49-F238E27FC236}">
                <a16:creationId xmlns:a16="http://schemas.microsoft.com/office/drawing/2014/main" id="{35668047-92F8-129E-9BEF-BD6353C05892}"/>
              </a:ext>
            </a:extLst>
          </p:cNvPr>
          <p:cNvGrpSpPr/>
          <p:nvPr/>
        </p:nvGrpSpPr>
        <p:grpSpPr>
          <a:xfrm>
            <a:off x="10503147" y="6159202"/>
            <a:ext cx="1511547" cy="496512"/>
            <a:chOff x="21006293" y="12188349"/>
            <a:chExt cx="3023094" cy="1123078"/>
          </a:xfrm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F901ABE9-8896-9846-4DCC-EEC69F2F44A0}"/>
                </a:ext>
              </a:extLst>
            </p:cNvPr>
            <p:cNvSpPr/>
            <p:nvPr/>
          </p:nvSpPr>
          <p:spPr>
            <a:xfrm>
              <a:off x="21006293" y="12188349"/>
              <a:ext cx="3023094" cy="1123078"/>
            </a:xfrm>
            <a:custGeom>
              <a:avLst/>
              <a:gdLst>
                <a:gd name="connsiteX0" fmla="*/ 0 w 3023094"/>
                <a:gd name="connsiteY0" fmla="*/ 0 h 1123078"/>
                <a:gd name="connsiteX1" fmla="*/ 3023095 w 3023094"/>
                <a:gd name="connsiteY1" fmla="*/ 0 h 1123078"/>
                <a:gd name="connsiteX2" fmla="*/ 3023095 w 3023094"/>
                <a:gd name="connsiteY2" fmla="*/ 1123078 h 1123078"/>
                <a:gd name="connsiteX3" fmla="*/ 0 w 3023094"/>
                <a:gd name="connsiteY3" fmla="*/ 1123078 h 1123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3094" h="1123078">
                  <a:moveTo>
                    <a:pt x="0" y="0"/>
                  </a:moveTo>
                  <a:lnTo>
                    <a:pt x="3023095" y="0"/>
                  </a:lnTo>
                  <a:lnTo>
                    <a:pt x="3023095" y="1123078"/>
                  </a:lnTo>
                  <a:lnTo>
                    <a:pt x="0" y="1123078"/>
                  </a:lnTo>
                  <a:close/>
                </a:path>
              </a:pathLst>
            </a:custGeom>
            <a:solidFill>
              <a:srgbClr val="84BD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143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2286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3429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4572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5715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6858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8001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9144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endParaRPr lang="pt-BR" sz="750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C9A9E445-376B-5927-F367-68A37FC0D272}"/>
                </a:ext>
              </a:extLst>
            </p:cNvPr>
            <p:cNvSpPr/>
            <p:nvPr/>
          </p:nvSpPr>
          <p:spPr>
            <a:xfrm>
              <a:off x="21374839" y="12565169"/>
              <a:ext cx="2285494" cy="373128"/>
            </a:xfrm>
            <a:custGeom>
              <a:avLst/>
              <a:gdLst>
                <a:gd name="connsiteX0" fmla="*/ 2136930 w 2285494"/>
                <a:gd name="connsiteY0" fmla="*/ 103498 h 373128"/>
                <a:gd name="connsiteX1" fmla="*/ 2178303 w 2285494"/>
                <a:gd name="connsiteY1" fmla="*/ 66580 h 373128"/>
                <a:gd name="connsiteX2" fmla="*/ 2265126 w 2285494"/>
                <a:gd name="connsiteY2" fmla="*/ 77401 h 373128"/>
                <a:gd name="connsiteX3" fmla="*/ 2265126 w 2285494"/>
                <a:gd name="connsiteY3" fmla="*/ 7638 h 373128"/>
                <a:gd name="connsiteX4" fmla="*/ 2191161 w 2285494"/>
                <a:gd name="connsiteY4" fmla="*/ 0 h 373128"/>
                <a:gd name="connsiteX5" fmla="*/ 2054819 w 2285494"/>
                <a:gd name="connsiteY5" fmla="*/ 108463 h 373128"/>
                <a:gd name="connsiteX6" fmla="*/ 2203892 w 2285494"/>
                <a:gd name="connsiteY6" fmla="*/ 267975 h 373128"/>
                <a:gd name="connsiteX7" fmla="*/ 2161500 w 2285494"/>
                <a:gd name="connsiteY7" fmla="*/ 306294 h 373128"/>
                <a:gd name="connsiteX8" fmla="*/ 2060421 w 2285494"/>
                <a:gd name="connsiteY8" fmla="*/ 285289 h 373128"/>
                <a:gd name="connsiteX9" fmla="*/ 2060421 w 2285494"/>
                <a:gd name="connsiteY9" fmla="*/ 359507 h 373128"/>
                <a:gd name="connsiteX10" fmla="*/ 2151825 w 2285494"/>
                <a:gd name="connsiteY10" fmla="*/ 373001 h 373128"/>
                <a:gd name="connsiteX11" fmla="*/ 2285494 w 2285494"/>
                <a:gd name="connsiteY11" fmla="*/ 260719 h 373128"/>
                <a:gd name="connsiteX12" fmla="*/ 2136676 w 2285494"/>
                <a:gd name="connsiteY12" fmla="*/ 103626 h 373128"/>
                <a:gd name="connsiteX13" fmla="*/ 416031 w 2285494"/>
                <a:gd name="connsiteY13" fmla="*/ 103626 h 373128"/>
                <a:gd name="connsiteX14" fmla="*/ 457405 w 2285494"/>
                <a:gd name="connsiteY14" fmla="*/ 66707 h 373128"/>
                <a:gd name="connsiteX15" fmla="*/ 544226 w 2285494"/>
                <a:gd name="connsiteY15" fmla="*/ 77528 h 373128"/>
                <a:gd name="connsiteX16" fmla="*/ 544226 w 2285494"/>
                <a:gd name="connsiteY16" fmla="*/ 7766 h 373128"/>
                <a:gd name="connsiteX17" fmla="*/ 470390 w 2285494"/>
                <a:gd name="connsiteY17" fmla="*/ 127 h 373128"/>
                <a:gd name="connsiteX18" fmla="*/ 334046 w 2285494"/>
                <a:gd name="connsiteY18" fmla="*/ 108591 h 373128"/>
                <a:gd name="connsiteX19" fmla="*/ 483376 w 2285494"/>
                <a:gd name="connsiteY19" fmla="*/ 268103 h 373128"/>
                <a:gd name="connsiteX20" fmla="*/ 440727 w 2285494"/>
                <a:gd name="connsiteY20" fmla="*/ 306421 h 373128"/>
                <a:gd name="connsiteX21" fmla="*/ 339649 w 2285494"/>
                <a:gd name="connsiteY21" fmla="*/ 285416 h 373128"/>
                <a:gd name="connsiteX22" fmla="*/ 339649 w 2285494"/>
                <a:gd name="connsiteY22" fmla="*/ 359634 h 373128"/>
                <a:gd name="connsiteX23" fmla="*/ 431180 w 2285494"/>
                <a:gd name="connsiteY23" fmla="*/ 373129 h 373128"/>
                <a:gd name="connsiteX24" fmla="*/ 564722 w 2285494"/>
                <a:gd name="connsiteY24" fmla="*/ 260846 h 373128"/>
                <a:gd name="connsiteX25" fmla="*/ 415904 w 2285494"/>
                <a:gd name="connsiteY25" fmla="*/ 103753 h 373128"/>
                <a:gd name="connsiteX26" fmla="*/ 1831399 w 2285494"/>
                <a:gd name="connsiteY26" fmla="*/ 215017 h 373128"/>
                <a:gd name="connsiteX27" fmla="*/ 1863480 w 2285494"/>
                <a:gd name="connsiteY27" fmla="*/ 86567 h 373128"/>
                <a:gd name="connsiteX28" fmla="*/ 1866027 w 2285494"/>
                <a:gd name="connsiteY28" fmla="*/ 86567 h 373128"/>
                <a:gd name="connsiteX29" fmla="*/ 1898744 w 2285494"/>
                <a:gd name="connsiteY29" fmla="*/ 215017 h 373128"/>
                <a:gd name="connsiteX30" fmla="*/ 1831527 w 2285494"/>
                <a:gd name="connsiteY30" fmla="*/ 215017 h 373128"/>
                <a:gd name="connsiteX31" fmla="*/ 1825034 w 2285494"/>
                <a:gd name="connsiteY31" fmla="*/ 5601 h 373128"/>
                <a:gd name="connsiteX32" fmla="*/ 1715935 w 2285494"/>
                <a:gd name="connsiteY32" fmla="*/ 367655 h 373128"/>
                <a:gd name="connsiteX33" fmla="*/ 1788880 w 2285494"/>
                <a:gd name="connsiteY33" fmla="*/ 367655 h 373128"/>
                <a:gd name="connsiteX34" fmla="*/ 1813196 w 2285494"/>
                <a:gd name="connsiteY34" fmla="*/ 281088 h 373128"/>
                <a:gd name="connsiteX35" fmla="*/ 1917204 w 2285494"/>
                <a:gd name="connsiteY35" fmla="*/ 281088 h 373128"/>
                <a:gd name="connsiteX36" fmla="*/ 1941010 w 2285494"/>
                <a:gd name="connsiteY36" fmla="*/ 367655 h 373128"/>
                <a:gd name="connsiteX37" fmla="*/ 2021975 w 2285494"/>
                <a:gd name="connsiteY37" fmla="*/ 367655 h 373128"/>
                <a:gd name="connsiteX38" fmla="*/ 1913511 w 2285494"/>
                <a:gd name="connsiteY38" fmla="*/ 5601 h 373128"/>
                <a:gd name="connsiteX39" fmla="*/ 1825161 w 2285494"/>
                <a:gd name="connsiteY39" fmla="*/ 5601 h 373128"/>
                <a:gd name="connsiteX40" fmla="*/ 1603781 w 2285494"/>
                <a:gd name="connsiteY40" fmla="*/ 243024 h 373128"/>
                <a:gd name="connsiteX41" fmla="*/ 1601361 w 2285494"/>
                <a:gd name="connsiteY41" fmla="*/ 243533 h 373128"/>
                <a:gd name="connsiteX42" fmla="*/ 1475584 w 2285494"/>
                <a:gd name="connsiteY42" fmla="*/ 5601 h 373128"/>
                <a:gd name="connsiteX43" fmla="*/ 1392837 w 2285494"/>
                <a:gd name="connsiteY43" fmla="*/ 5601 h 373128"/>
                <a:gd name="connsiteX44" fmla="*/ 1392837 w 2285494"/>
                <a:gd name="connsiteY44" fmla="*/ 367655 h 373128"/>
                <a:gd name="connsiteX45" fmla="*/ 1464382 w 2285494"/>
                <a:gd name="connsiteY45" fmla="*/ 367655 h 373128"/>
                <a:gd name="connsiteX46" fmla="*/ 1464636 w 2285494"/>
                <a:gd name="connsiteY46" fmla="*/ 117756 h 373128"/>
                <a:gd name="connsiteX47" fmla="*/ 1467054 w 2285494"/>
                <a:gd name="connsiteY47" fmla="*/ 117247 h 373128"/>
                <a:gd name="connsiteX48" fmla="*/ 1598306 w 2285494"/>
                <a:gd name="connsiteY48" fmla="*/ 367655 h 373128"/>
                <a:gd name="connsiteX49" fmla="*/ 1675579 w 2285494"/>
                <a:gd name="connsiteY49" fmla="*/ 367655 h 373128"/>
                <a:gd name="connsiteX50" fmla="*/ 1675579 w 2285494"/>
                <a:gd name="connsiteY50" fmla="*/ 5601 h 373128"/>
                <a:gd name="connsiteX51" fmla="*/ 1604034 w 2285494"/>
                <a:gd name="connsiteY51" fmla="*/ 5601 h 373128"/>
                <a:gd name="connsiteX52" fmla="*/ 1604034 w 2285494"/>
                <a:gd name="connsiteY52" fmla="*/ 243024 h 373128"/>
                <a:gd name="connsiteX53" fmla="*/ 1234852 w 2285494"/>
                <a:gd name="connsiteY53" fmla="*/ 367655 h 373128"/>
                <a:gd name="connsiteX54" fmla="*/ 1314163 w 2285494"/>
                <a:gd name="connsiteY54" fmla="*/ 367655 h 373128"/>
                <a:gd name="connsiteX55" fmla="*/ 1314163 w 2285494"/>
                <a:gd name="connsiteY55" fmla="*/ 5474 h 373128"/>
                <a:gd name="connsiteX56" fmla="*/ 1234852 w 2285494"/>
                <a:gd name="connsiteY56" fmla="*/ 5474 h 373128"/>
                <a:gd name="connsiteX57" fmla="*/ 1234852 w 2285494"/>
                <a:gd name="connsiteY57" fmla="*/ 367655 h 373128"/>
                <a:gd name="connsiteX58" fmla="*/ 1044405 w 2285494"/>
                <a:gd name="connsiteY58" fmla="*/ 5474 h 373128"/>
                <a:gd name="connsiteX59" fmla="*/ 970950 w 2285494"/>
                <a:gd name="connsiteY59" fmla="*/ 276123 h 373128"/>
                <a:gd name="connsiteX60" fmla="*/ 968532 w 2285494"/>
                <a:gd name="connsiteY60" fmla="*/ 276123 h 373128"/>
                <a:gd name="connsiteX61" fmla="*/ 890749 w 2285494"/>
                <a:gd name="connsiteY61" fmla="*/ 5474 h 373128"/>
                <a:gd name="connsiteX62" fmla="*/ 800999 w 2285494"/>
                <a:gd name="connsiteY62" fmla="*/ 5474 h 373128"/>
                <a:gd name="connsiteX63" fmla="*/ 768155 w 2285494"/>
                <a:gd name="connsiteY63" fmla="*/ 367655 h 373128"/>
                <a:gd name="connsiteX64" fmla="*/ 835117 w 2285494"/>
                <a:gd name="connsiteY64" fmla="*/ 367655 h 373128"/>
                <a:gd name="connsiteX65" fmla="*/ 855358 w 2285494"/>
                <a:gd name="connsiteY65" fmla="*/ 116738 h 373128"/>
                <a:gd name="connsiteX66" fmla="*/ 857776 w 2285494"/>
                <a:gd name="connsiteY66" fmla="*/ 116738 h 373128"/>
                <a:gd name="connsiteX67" fmla="*/ 929194 w 2285494"/>
                <a:gd name="connsiteY67" fmla="*/ 367655 h 373128"/>
                <a:gd name="connsiteX68" fmla="*/ 1004304 w 2285494"/>
                <a:gd name="connsiteY68" fmla="*/ 367655 h 373128"/>
                <a:gd name="connsiteX69" fmla="*/ 1073303 w 2285494"/>
                <a:gd name="connsiteY69" fmla="*/ 116738 h 373128"/>
                <a:gd name="connsiteX70" fmla="*/ 1075849 w 2285494"/>
                <a:gd name="connsiteY70" fmla="*/ 116738 h 373128"/>
                <a:gd name="connsiteX71" fmla="*/ 1091381 w 2285494"/>
                <a:gd name="connsiteY71" fmla="*/ 367655 h 373128"/>
                <a:gd name="connsiteX72" fmla="*/ 1167381 w 2285494"/>
                <a:gd name="connsiteY72" fmla="*/ 367655 h 373128"/>
                <a:gd name="connsiteX73" fmla="*/ 1135683 w 2285494"/>
                <a:gd name="connsiteY73" fmla="*/ 5474 h 373128"/>
                <a:gd name="connsiteX74" fmla="*/ 1044405 w 2285494"/>
                <a:gd name="connsiteY74" fmla="*/ 5474 h 373128"/>
                <a:gd name="connsiteX75" fmla="*/ 621246 w 2285494"/>
                <a:gd name="connsiteY75" fmla="*/ 367655 h 373128"/>
                <a:gd name="connsiteX76" fmla="*/ 700811 w 2285494"/>
                <a:gd name="connsiteY76" fmla="*/ 367655 h 373128"/>
                <a:gd name="connsiteX77" fmla="*/ 700811 w 2285494"/>
                <a:gd name="connsiteY77" fmla="*/ 5474 h 373128"/>
                <a:gd name="connsiteX78" fmla="*/ 621246 w 2285494"/>
                <a:gd name="connsiteY78" fmla="*/ 5474 h 373128"/>
                <a:gd name="connsiteX79" fmla="*/ 621246 w 2285494"/>
                <a:gd name="connsiteY79" fmla="*/ 367655 h 373128"/>
                <a:gd name="connsiteX80" fmla="*/ 204451 w 2285494"/>
                <a:gd name="connsiteY80" fmla="*/ 229020 h 373128"/>
                <a:gd name="connsiteX81" fmla="*/ 140544 w 2285494"/>
                <a:gd name="connsiteY81" fmla="*/ 299929 h 373128"/>
                <a:gd name="connsiteX82" fmla="*/ 79312 w 2285494"/>
                <a:gd name="connsiteY82" fmla="*/ 229020 h 373128"/>
                <a:gd name="connsiteX83" fmla="*/ 79312 w 2285494"/>
                <a:gd name="connsiteY83" fmla="*/ 5601 h 373128"/>
                <a:gd name="connsiteX84" fmla="*/ 0 w 2285494"/>
                <a:gd name="connsiteY84" fmla="*/ 5601 h 373128"/>
                <a:gd name="connsiteX85" fmla="*/ 0 w 2285494"/>
                <a:gd name="connsiteY85" fmla="*/ 217945 h 373128"/>
                <a:gd name="connsiteX86" fmla="*/ 139781 w 2285494"/>
                <a:gd name="connsiteY86" fmla="*/ 373129 h 373128"/>
                <a:gd name="connsiteX87" fmla="*/ 279942 w 2285494"/>
                <a:gd name="connsiteY87" fmla="*/ 217945 h 373128"/>
                <a:gd name="connsiteX88" fmla="*/ 279942 w 2285494"/>
                <a:gd name="connsiteY88" fmla="*/ 5601 h 373128"/>
                <a:gd name="connsiteX89" fmla="*/ 204579 w 2285494"/>
                <a:gd name="connsiteY89" fmla="*/ 5601 h 373128"/>
                <a:gd name="connsiteX90" fmla="*/ 204579 w 2285494"/>
                <a:gd name="connsiteY90" fmla="*/ 229020 h 37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285494" h="373128">
                  <a:moveTo>
                    <a:pt x="2136930" y="103498"/>
                  </a:moveTo>
                  <a:cubicBezTo>
                    <a:pt x="2136930" y="79947"/>
                    <a:pt x="2153225" y="68108"/>
                    <a:pt x="2178303" y="66580"/>
                  </a:cubicBezTo>
                  <a:cubicBezTo>
                    <a:pt x="2210639" y="64671"/>
                    <a:pt x="2265126" y="77401"/>
                    <a:pt x="2265126" y="77401"/>
                  </a:cubicBezTo>
                  <a:lnTo>
                    <a:pt x="2265126" y="7638"/>
                  </a:lnTo>
                  <a:cubicBezTo>
                    <a:pt x="2240683" y="3183"/>
                    <a:pt x="2215987" y="637"/>
                    <a:pt x="2191161" y="0"/>
                  </a:cubicBezTo>
                  <a:cubicBezTo>
                    <a:pt x="2111724" y="0"/>
                    <a:pt x="2054819" y="37555"/>
                    <a:pt x="2054819" y="108463"/>
                  </a:cubicBezTo>
                  <a:cubicBezTo>
                    <a:pt x="2054819" y="219218"/>
                    <a:pt x="2203892" y="207633"/>
                    <a:pt x="2203892" y="267975"/>
                  </a:cubicBezTo>
                  <a:cubicBezTo>
                    <a:pt x="2203892" y="292163"/>
                    <a:pt x="2190781" y="303366"/>
                    <a:pt x="2161500" y="306294"/>
                  </a:cubicBezTo>
                  <a:cubicBezTo>
                    <a:pt x="2120508" y="310113"/>
                    <a:pt x="2060421" y="285289"/>
                    <a:pt x="2060421" y="285289"/>
                  </a:cubicBezTo>
                  <a:lnTo>
                    <a:pt x="2060421" y="359507"/>
                  </a:lnTo>
                  <a:cubicBezTo>
                    <a:pt x="2090082" y="368291"/>
                    <a:pt x="2120891" y="372874"/>
                    <a:pt x="2151825" y="373001"/>
                  </a:cubicBezTo>
                  <a:cubicBezTo>
                    <a:pt x="2229607" y="373001"/>
                    <a:pt x="2285494" y="336592"/>
                    <a:pt x="2285494" y="260719"/>
                  </a:cubicBezTo>
                  <a:cubicBezTo>
                    <a:pt x="2285494" y="155184"/>
                    <a:pt x="2136676" y="159003"/>
                    <a:pt x="2136676" y="103626"/>
                  </a:cubicBezTo>
                  <a:moveTo>
                    <a:pt x="416031" y="103626"/>
                  </a:moveTo>
                  <a:cubicBezTo>
                    <a:pt x="416031" y="80074"/>
                    <a:pt x="432326" y="68235"/>
                    <a:pt x="457405" y="66707"/>
                  </a:cubicBezTo>
                  <a:cubicBezTo>
                    <a:pt x="489741" y="64798"/>
                    <a:pt x="544226" y="77528"/>
                    <a:pt x="544226" y="77528"/>
                  </a:cubicBezTo>
                  <a:lnTo>
                    <a:pt x="544226" y="7766"/>
                  </a:lnTo>
                  <a:cubicBezTo>
                    <a:pt x="519784" y="3310"/>
                    <a:pt x="495087" y="764"/>
                    <a:pt x="470390" y="127"/>
                  </a:cubicBezTo>
                  <a:cubicBezTo>
                    <a:pt x="390825" y="127"/>
                    <a:pt x="334046" y="37682"/>
                    <a:pt x="334046" y="108591"/>
                  </a:cubicBezTo>
                  <a:cubicBezTo>
                    <a:pt x="334046" y="219345"/>
                    <a:pt x="483376" y="207761"/>
                    <a:pt x="483376" y="268103"/>
                  </a:cubicBezTo>
                  <a:cubicBezTo>
                    <a:pt x="483376" y="292291"/>
                    <a:pt x="470263" y="303493"/>
                    <a:pt x="440727" y="306421"/>
                  </a:cubicBezTo>
                  <a:cubicBezTo>
                    <a:pt x="399736" y="310240"/>
                    <a:pt x="339649" y="285416"/>
                    <a:pt x="339649" y="285416"/>
                  </a:cubicBezTo>
                  <a:lnTo>
                    <a:pt x="339649" y="359634"/>
                  </a:lnTo>
                  <a:cubicBezTo>
                    <a:pt x="369310" y="368419"/>
                    <a:pt x="400118" y="373001"/>
                    <a:pt x="431180" y="373129"/>
                  </a:cubicBezTo>
                  <a:cubicBezTo>
                    <a:pt x="508964" y="373129"/>
                    <a:pt x="564722" y="336720"/>
                    <a:pt x="564722" y="260846"/>
                  </a:cubicBezTo>
                  <a:cubicBezTo>
                    <a:pt x="564722" y="155311"/>
                    <a:pt x="415904" y="159130"/>
                    <a:pt x="415904" y="103753"/>
                  </a:cubicBezTo>
                  <a:moveTo>
                    <a:pt x="1831399" y="215017"/>
                  </a:moveTo>
                  <a:lnTo>
                    <a:pt x="1863480" y="86567"/>
                  </a:lnTo>
                  <a:lnTo>
                    <a:pt x="1866027" y="86567"/>
                  </a:lnTo>
                  <a:lnTo>
                    <a:pt x="1898744" y="215017"/>
                  </a:lnTo>
                  <a:lnTo>
                    <a:pt x="1831527" y="215017"/>
                  </a:lnTo>
                  <a:close/>
                  <a:moveTo>
                    <a:pt x="1825034" y="5601"/>
                  </a:moveTo>
                  <a:cubicBezTo>
                    <a:pt x="1783660" y="128577"/>
                    <a:pt x="1715935" y="367655"/>
                    <a:pt x="1715935" y="367655"/>
                  </a:cubicBezTo>
                  <a:lnTo>
                    <a:pt x="1788880" y="367655"/>
                  </a:lnTo>
                  <a:lnTo>
                    <a:pt x="1813196" y="281088"/>
                  </a:lnTo>
                  <a:lnTo>
                    <a:pt x="1917204" y="281088"/>
                  </a:lnTo>
                  <a:lnTo>
                    <a:pt x="1941010" y="367655"/>
                  </a:lnTo>
                  <a:lnTo>
                    <a:pt x="2021975" y="367655"/>
                  </a:lnTo>
                  <a:cubicBezTo>
                    <a:pt x="2021975" y="367655"/>
                    <a:pt x="1952212" y="126413"/>
                    <a:pt x="1913511" y="5601"/>
                  </a:cubicBezTo>
                  <a:lnTo>
                    <a:pt x="1825161" y="5601"/>
                  </a:lnTo>
                  <a:close/>
                  <a:moveTo>
                    <a:pt x="1603781" y="243024"/>
                  </a:moveTo>
                  <a:lnTo>
                    <a:pt x="1601361" y="243533"/>
                  </a:lnTo>
                  <a:cubicBezTo>
                    <a:pt x="1597161" y="229020"/>
                    <a:pt x="1475584" y="5601"/>
                    <a:pt x="1475584" y="5601"/>
                  </a:cubicBezTo>
                  <a:lnTo>
                    <a:pt x="1392837" y="5601"/>
                  </a:lnTo>
                  <a:lnTo>
                    <a:pt x="1392837" y="367655"/>
                  </a:lnTo>
                  <a:lnTo>
                    <a:pt x="1464382" y="367655"/>
                  </a:lnTo>
                  <a:lnTo>
                    <a:pt x="1464636" y="117756"/>
                  </a:lnTo>
                  <a:lnTo>
                    <a:pt x="1467054" y="117247"/>
                  </a:lnTo>
                  <a:lnTo>
                    <a:pt x="1598306" y="367655"/>
                  </a:lnTo>
                  <a:lnTo>
                    <a:pt x="1675579" y="367655"/>
                  </a:lnTo>
                  <a:lnTo>
                    <a:pt x="1675579" y="5601"/>
                  </a:lnTo>
                  <a:lnTo>
                    <a:pt x="1604034" y="5601"/>
                  </a:lnTo>
                  <a:lnTo>
                    <a:pt x="1604034" y="243024"/>
                  </a:lnTo>
                  <a:close/>
                  <a:moveTo>
                    <a:pt x="1234852" y="367655"/>
                  </a:moveTo>
                  <a:lnTo>
                    <a:pt x="1314163" y="367655"/>
                  </a:lnTo>
                  <a:lnTo>
                    <a:pt x="1314163" y="5474"/>
                  </a:lnTo>
                  <a:lnTo>
                    <a:pt x="1234852" y="5474"/>
                  </a:lnTo>
                  <a:lnTo>
                    <a:pt x="1234852" y="367655"/>
                  </a:lnTo>
                  <a:close/>
                  <a:moveTo>
                    <a:pt x="1044405" y="5474"/>
                  </a:moveTo>
                  <a:lnTo>
                    <a:pt x="970950" y="276123"/>
                  </a:lnTo>
                  <a:lnTo>
                    <a:pt x="968532" y="276123"/>
                  </a:lnTo>
                  <a:lnTo>
                    <a:pt x="890749" y="5474"/>
                  </a:lnTo>
                  <a:lnTo>
                    <a:pt x="800999" y="5474"/>
                  </a:lnTo>
                  <a:cubicBezTo>
                    <a:pt x="786996" y="126922"/>
                    <a:pt x="768155" y="367655"/>
                    <a:pt x="768155" y="367655"/>
                  </a:cubicBezTo>
                  <a:lnTo>
                    <a:pt x="835117" y="367655"/>
                  </a:lnTo>
                  <a:lnTo>
                    <a:pt x="855358" y="116738"/>
                  </a:lnTo>
                  <a:lnTo>
                    <a:pt x="857776" y="116738"/>
                  </a:lnTo>
                  <a:lnTo>
                    <a:pt x="929194" y="367655"/>
                  </a:lnTo>
                  <a:lnTo>
                    <a:pt x="1004304" y="367655"/>
                  </a:lnTo>
                  <a:lnTo>
                    <a:pt x="1073303" y="116738"/>
                  </a:lnTo>
                  <a:lnTo>
                    <a:pt x="1075849" y="116738"/>
                  </a:lnTo>
                  <a:lnTo>
                    <a:pt x="1091381" y="367655"/>
                  </a:lnTo>
                  <a:lnTo>
                    <a:pt x="1167381" y="367655"/>
                  </a:lnTo>
                  <a:cubicBezTo>
                    <a:pt x="1167381" y="367655"/>
                    <a:pt x="1149176" y="126413"/>
                    <a:pt x="1135683" y="5474"/>
                  </a:cubicBezTo>
                  <a:lnTo>
                    <a:pt x="1044405" y="5474"/>
                  </a:lnTo>
                  <a:close/>
                  <a:moveTo>
                    <a:pt x="621246" y="367655"/>
                  </a:moveTo>
                  <a:lnTo>
                    <a:pt x="700811" y="367655"/>
                  </a:lnTo>
                  <a:lnTo>
                    <a:pt x="700811" y="5474"/>
                  </a:lnTo>
                  <a:lnTo>
                    <a:pt x="621246" y="5474"/>
                  </a:lnTo>
                  <a:lnTo>
                    <a:pt x="621246" y="367655"/>
                  </a:lnTo>
                  <a:close/>
                  <a:moveTo>
                    <a:pt x="204451" y="229020"/>
                  </a:moveTo>
                  <a:cubicBezTo>
                    <a:pt x="204451" y="282743"/>
                    <a:pt x="185738" y="299929"/>
                    <a:pt x="140544" y="299929"/>
                  </a:cubicBezTo>
                  <a:cubicBezTo>
                    <a:pt x="95351" y="299929"/>
                    <a:pt x="79312" y="284525"/>
                    <a:pt x="79312" y="229020"/>
                  </a:cubicBezTo>
                  <a:lnTo>
                    <a:pt x="79312" y="5601"/>
                  </a:lnTo>
                  <a:lnTo>
                    <a:pt x="0" y="5601"/>
                  </a:lnTo>
                  <a:lnTo>
                    <a:pt x="0" y="217945"/>
                  </a:lnTo>
                  <a:cubicBezTo>
                    <a:pt x="0" y="335065"/>
                    <a:pt x="53214" y="373129"/>
                    <a:pt x="139781" y="373129"/>
                  </a:cubicBezTo>
                  <a:cubicBezTo>
                    <a:pt x="237805" y="373129"/>
                    <a:pt x="279942" y="317242"/>
                    <a:pt x="279942" y="217945"/>
                  </a:cubicBezTo>
                  <a:lnTo>
                    <a:pt x="279942" y="5601"/>
                  </a:lnTo>
                  <a:lnTo>
                    <a:pt x="204579" y="5601"/>
                  </a:lnTo>
                  <a:lnTo>
                    <a:pt x="204579" y="22902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143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2286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3429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4572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5715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6858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8001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91440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endParaRPr lang="pt-BR" sz="750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3162AC1-C59A-0618-19B1-1B3AB7C0DA61}"/>
              </a:ext>
            </a:extLst>
          </p:cNvPr>
          <p:cNvGrpSpPr/>
          <p:nvPr/>
        </p:nvGrpSpPr>
        <p:grpSpPr>
          <a:xfrm>
            <a:off x="398431" y="818267"/>
            <a:ext cx="3504797" cy="246221"/>
            <a:chOff x="67007" y="1040837"/>
            <a:chExt cx="2966614" cy="246221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26718EA6-8B83-BC65-4615-A6076196CAA5}"/>
                </a:ext>
              </a:extLst>
            </p:cNvPr>
            <p:cNvCxnSpPr/>
            <p:nvPr/>
          </p:nvCxnSpPr>
          <p:spPr>
            <a:xfrm>
              <a:off x="117233" y="1273245"/>
              <a:ext cx="28750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1CC093D-4DDD-4568-2EC8-E7A6816B28D8}"/>
                </a:ext>
              </a:extLst>
            </p:cNvPr>
            <p:cNvSpPr txBox="1"/>
            <p:nvPr/>
          </p:nvSpPr>
          <p:spPr>
            <a:xfrm>
              <a:off x="67007" y="1040837"/>
              <a:ext cx="2966614" cy="24622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>
                  <a:latin typeface="Calibri"/>
                  <a:ea typeface="Calibri"/>
                  <a:cs typeface="Calibri"/>
                </a:rPr>
                <a:t>SUBTITULO</a:t>
              </a:r>
              <a:endParaRPr lang="pt-BR"/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482879" y="1135789"/>
            <a:ext cx="3542454" cy="679779"/>
            <a:chOff x="274236" y="1127163"/>
            <a:chExt cx="3542454" cy="679779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AB72FF7-72BA-481C-4E8A-B41617CC5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41" b="11441"/>
            <a:stretch/>
          </p:blipFill>
          <p:spPr>
            <a:xfrm>
              <a:off x="274236" y="1194942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0B566025-CB92-875E-ACEC-AD13DEC3816E}"/>
                </a:ext>
              </a:extLst>
            </p:cNvPr>
            <p:cNvSpPr txBox="1"/>
            <p:nvPr/>
          </p:nvSpPr>
          <p:spPr>
            <a:xfrm>
              <a:off x="923118" y="1127163"/>
              <a:ext cx="2893572" cy="55399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>
                  <a:latin typeface="Calibri"/>
                  <a:ea typeface="Calibri"/>
                  <a:cs typeface="Calibri"/>
                </a:rPr>
                <a:t>NOME COMPLETO</a:t>
              </a:r>
              <a:endParaRPr lang="pt-BR"/>
            </a:p>
            <a:p>
              <a:pPr algn="l">
                <a:lnSpc>
                  <a:spcPct val="100000"/>
                </a:lnSpc>
              </a:pPr>
              <a:r>
                <a:rPr lang="pt-BR" b="0">
                  <a:latin typeface="Calibri"/>
                  <a:ea typeface="Calibri"/>
                  <a:cs typeface="Calibri"/>
                </a:rPr>
                <a:t>CARGO | IDADE</a:t>
              </a:r>
            </a:p>
            <a:p>
              <a:pPr algn="l">
                <a:lnSpc>
                  <a:spcPct val="100000"/>
                </a:lnSpc>
              </a:pPr>
              <a:r>
                <a:rPr lang="pt-BR" b="0">
                  <a:latin typeface="Calibri"/>
                  <a:ea typeface="Calibri"/>
                  <a:cs typeface="Calibri"/>
                </a:rPr>
                <a:t>CEO3</a:t>
              </a:r>
              <a:endParaRPr lang="pt-BR" b="0">
                <a:ea typeface="Calibri"/>
                <a:cs typeface="Calibri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477433" y="1918658"/>
            <a:ext cx="3431737" cy="653456"/>
            <a:chOff x="274236" y="2354211"/>
            <a:chExt cx="3431737" cy="653456"/>
          </a:xfrm>
        </p:grpSpPr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75CC4638-3048-EE24-882F-2F1286BE6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796" b="16796"/>
            <a:stretch/>
          </p:blipFill>
          <p:spPr>
            <a:xfrm>
              <a:off x="274236" y="2395667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C97324DD-3E9E-635A-865D-B98ED18F8E30}"/>
                </a:ext>
              </a:extLst>
            </p:cNvPr>
            <p:cNvSpPr txBox="1"/>
            <p:nvPr/>
          </p:nvSpPr>
          <p:spPr>
            <a:xfrm>
              <a:off x="923118" y="2354211"/>
              <a:ext cx="278285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BARBARA GOMES DOS SANTOS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ENGINEERING GLOBAL PROFESSIONAL| </a:t>
              </a:r>
              <a:r>
                <a:rPr lang="it-IT" b="0" dirty="0"/>
                <a:t>31</a:t>
              </a:r>
              <a:r>
                <a:rPr lang="pt-BR" b="0" dirty="0"/>
                <a:t> 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Maintenance</a:t>
              </a:r>
              <a:r>
                <a:rPr lang="pt-BR" b="0" dirty="0"/>
                <a:t> &amp; </a:t>
              </a:r>
              <a:r>
                <a:rPr lang="pt-BR" b="0" dirty="0" err="1"/>
                <a:t>Byproducts</a:t>
              </a:r>
              <a:r>
                <a:rPr lang="pt-BR" b="0" dirty="0"/>
                <a:t> </a:t>
              </a:r>
              <a:r>
                <a:rPr lang="pt-BR" b="0" dirty="0" err="1"/>
                <a:t>Indu</a:t>
              </a:r>
              <a:r>
                <a:rPr lang="pt-BR" b="0" dirty="0"/>
                <a:t> </a:t>
              </a:r>
              <a:r>
                <a:rPr lang="pt-BR" b="0" dirty="0" err="1"/>
                <a:t>Plan</a:t>
              </a:r>
              <a:r>
                <a:rPr lang="pt-BR" b="0" dirty="0"/>
                <a:t> - USI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473047" y="2670765"/>
            <a:ext cx="3426542" cy="653011"/>
            <a:chOff x="274236" y="3517363"/>
            <a:chExt cx="3435613" cy="653011"/>
          </a:xfrm>
        </p:grpSpPr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99F8B62D-D987-74CC-8DAE-D3E79DBA0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38" b="9938"/>
            <a:stretch/>
          </p:blipFill>
          <p:spPr>
            <a:xfrm>
              <a:off x="274236" y="3558374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B6E55510-795F-572A-4EFE-F3BD379C642A}"/>
                </a:ext>
              </a:extLst>
            </p:cNvPr>
            <p:cNvSpPr txBox="1"/>
            <p:nvPr/>
          </p:nvSpPr>
          <p:spPr>
            <a:xfrm>
              <a:off x="923118" y="3517363"/>
              <a:ext cx="278673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BRENDA CAROLINE CAMPOS SILVA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UNIVERSITY INTERN | </a:t>
              </a:r>
              <a:r>
                <a:rPr lang="it-IT" b="0" dirty="0"/>
                <a:t>24</a:t>
              </a:r>
            </a:p>
            <a:p>
              <a:pPr algn="l">
                <a:lnSpc>
                  <a:spcPct val="100000"/>
                </a:lnSpc>
              </a:pPr>
              <a:r>
                <a:rPr lang="en-US" b="0" dirty="0"/>
                <a:t>Supplier Quality &amp; Safety Manag - USI</a:t>
              </a:r>
              <a:endParaRPr lang="pt-BR" b="0" dirty="0"/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482879" y="3424128"/>
            <a:ext cx="3542062" cy="670708"/>
            <a:chOff x="274236" y="4316084"/>
            <a:chExt cx="3542062" cy="670708"/>
          </a:xfrm>
        </p:grpSpPr>
        <p:pic>
          <p:nvPicPr>
            <p:cNvPr id="68" name="Imagem 67">
              <a:extLst>
                <a:ext uri="{FF2B5EF4-FFF2-40B4-BE49-F238E27FC236}">
                  <a16:creationId xmlns:a16="http://schemas.microsoft.com/office/drawing/2014/main" id="{843ECC32-6E44-92A7-AE2D-9AD86705E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368" b="16368"/>
            <a:stretch/>
          </p:blipFill>
          <p:spPr>
            <a:xfrm>
              <a:off x="274236" y="4374792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B2C7FB26-98E5-B6EF-0128-FEFEE8F9F99C}"/>
                </a:ext>
              </a:extLst>
            </p:cNvPr>
            <p:cNvSpPr txBox="1"/>
            <p:nvPr/>
          </p:nvSpPr>
          <p:spPr>
            <a:xfrm>
              <a:off x="923118" y="4316084"/>
              <a:ext cx="28931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CAROLINE ALVES ANICIO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PROGRAMADOR PRODUCAO II| </a:t>
              </a:r>
              <a:r>
                <a:rPr lang="it-IT" b="0" dirty="0"/>
                <a:t>26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Outbound </a:t>
              </a:r>
              <a:r>
                <a:rPr lang="pt-BR" b="0" dirty="0" err="1"/>
                <a:t>Transport</a:t>
              </a:r>
              <a:r>
                <a:rPr lang="pt-BR" b="0" dirty="0"/>
                <a:t>- IPA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8209882" y="1138178"/>
            <a:ext cx="3411757" cy="679334"/>
            <a:chOff x="4156821" y="2068162"/>
            <a:chExt cx="3411757" cy="679334"/>
          </a:xfrm>
        </p:grpSpPr>
        <p:pic>
          <p:nvPicPr>
            <p:cNvPr id="91" name="Imagem 90">
              <a:extLst>
                <a:ext uri="{FF2B5EF4-FFF2-40B4-BE49-F238E27FC236}">
                  <a16:creationId xmlns:a16="http://schemas.microsoft.com/office/drawing/2014/main" id="{33E16529-2067-1A96-CB5A-C3EE3179B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797" b="13797"/>
            <a:stretch/>
          </p:blipFill>
          <p:spPr>
            <a:xfrm>
              <a:off x="4156821" y="2135496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id="{AC444C50-9A66-B3AE-D17B-343A4A6D2768}"/>
                </a:ext>
              </a:extLst>
            </p:cNvPr>
            <p:cNvSpPr txBox="1"/>
            <p:nvPr/>
          </p:nvSpPr>
          <p:spPr>
            <a:xfrm>
              <a:off x="4784207" y="2068162"/>
              <a:ext cx="2784371" cy="56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JULIANE HOSANA SILVA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PROCUREMENT ANALYST II | </a:t>
              </a:r>
              <a:r>
                <a:rPr lang="it-IT" b="0" dirty="0"/>
                <a:t>39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Procurement</a:t>
              </a:r>
              <a:r>
                <a:rPr lang="pt-BR" b="0" dirty="0"/>
                <a:t> Services I - USI</a:t>
              </a: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8209882" y="1913641"/>
            <a:ext cx="3413924" cy="662082"/>
            <a:chOff x="4156821" y="3291544"/>
            <a:chExt cx="3413924" cy="662082"/>
          </a:xfrm>
        </p:grpSpPr>
        <p:pic>
          <p:nvPicPr>
            <p:cNvPr id="103" name="Imagem 102">
              <a:extLst>
                <a:ext uri="{FF2B5EF4-FFF2-40B4-BE49-F238E27FC236}">
                  <a16:creationId xmlns:a16="http://schemas.microsoft.com/office/drawing/2014/main" id="{D1A49D27-37AA-E0DA-5A95-2AFDE0BF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79" b="11279"/>
            <a:stretch/>
          </p:blipFill>
          <p:spPr>
            <a:xfrm>
              <a:off x="4156821" y="3341626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A6C31EF6-4679-0D34-B1F9-2B3C0D72AF8E}"/>
                </a:ext>
              </a:extLst>
            </p:cNvPr>
            <p:cNvSpPr txBox="1"/>
            <p:nvPr/>
          </p:nvSpPr>
          <p:spPr>
            <a:xfrm>
              <a:off x="4784207" y="3291544"/>
              <a:ext cx="278653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KAROLINE RODRIGUES PINHEIRO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COMPLIANCE SPECIALIST | </a:t>
              </a:r>
              <a:r>
                <a:rPr lang="it-IT" b="0" dirty="0"/>
                <a:t>37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Fraud</a:t>
              </a:r>
              <a:r>
                <a:rPr lang="pt-BR" b="0" dirty="0"/>
                <a:t> &amp; </a:t>
              </a:r>
              <a:r>
                <a:rPr lang="pt-BR" b="0" dirty="0" err="1"/>
                <a:t>Forensic</a:t>
              </a:r>
              <a:r>
                <a:rPr lang="pt-BR" b="0" dirty="0"/>
                <a:t> - USI</a:t>
              </a: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4201919" y="1136998"/>
            <a:ext cx="3669668" cy="679779"/>
            <a:chOff x="8159189" y="1138397"/>
            <a:chExt cx="3669668" cy="679779"/>
          </a:xfrm>
        </p:grpSpPr>
        <p:pic>
          <p:nvPicPr>
            <p:cNvPr id="90" name="Imagem 89">
              <a:extLst>
                <a:ext uri="{FF2B5EF4-FFF2-40B4-BE49-F238E27FC236}">
                  <a16:creationId xmlns:a16="http://schemas.microsoft.com/office/drawing/2014/main" id="{23631385-D341-7B92-34E3-57B2E5E05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41" b="11441"/>
            <a:stretch/>
          </p:blipFill>
          <p:spPr>
            <a:xfrm>
              <a:off x="8159189" y="1206176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2695498A-CEA8-EA6B-A58E-2A650F07BF7C}"/>
                </a:ext>
              </a:extLst>
            </p:cNvPr>
            <p:cNvSpPr txBox="1"/>
            <p:nvPr/>
          </p:nvSpPr>
          <p:spPr>
            <a:xfrm>
              <a:off x="8799213" y="1138397"/>
              <a:ext cx="302964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FERNANDO CARVALHO FERREIRA</a:t>
              </a:r>
            </a:p>
            <a:p>
              <a:pPr algn="l">
                <a:lnSpc>
                  <a:spcPct val="100000"/>
                </a:lnSpc>
              </a:pPr>
              <a:r>
                <a:rPr lang="en-US" b="0" dirty="0"/>
                <a:t>MECANICO MANUTENCAO I </a:t>
              </a:r>
              <a:r>
                <a:rPr lang="pt-BR" b="0" dirty="0"/>
                <a:t>| </a:t>
              </a:r>
              <a:r>
                <a:rPr lang="it-IT" b="0" dirty="0"/>
                <a:t>39</a:t>
              </a:r>
            </a:p>
            <a:p>
              <a:pPr algn="l">
                <a:lnSpc>
                  <a:spcPct val="100000"/>
                </a:lnSpc>
              </a:pPr>
              <a:r>
                <a:rPr lang="en-US" b="0" dirty="0"/>
                <a:t>Hot Roller Workshop (O) - IPA</a:t>
              </a:r>
              <a:r>
                <a:rPr lang="pt-BR" b="0" dirty="0"/>
                <a:t> </a:t>
              </a: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4201919" y="1914514"/>
            <a:ext cx="3733167" cy="670708"/>
            <a:chOff x="8159189" y="1929167"/>
            <a:chExt cx="3733167" cy="670708"/>
          </a:xfrm>
        </p:grpSpPr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703C0349-7D92-7ACD-D0D0-33EC4DC35881}"/>
                </a:ext>
              </a:extLst>
            </p:cNvPr>
            <p:cNvSpPr txBox="1"/>
            <p:nvPr/>
          </p:nvSpPr>
          <p:spPr>
            <a:xfrm>
              <a:off x="8799213" y="1929167"/>
              <a:ext cx="30931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GABRIELA NOGUEIRA FERNANDES LEMOS</a:t>
              </a:r>
            </a:p>
            <a:p>
              <a:pPr algn="l">
                <a:lnSpc>
                  <a:spcPct val="100000"/>
                </a:lnSpc>
              </a:pPr>
              <a:r>
                <a:rPr lang="en-US" b="0" dirty="0"/>
                <a:t>PROCESS ANALYST IV </a:t>
              </a:r>
              <a:r>
                <a:rPr lang="pt-BR" b="0" dirty="0"/>
                <a:t>| </a:t>
              </a:r>
              <a:r>
                <a:rPr lang="it-IT" b="0" dirty="0"/>
                <a:t>51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Energy, </a:t>
              </a:r>
              <a:r>
                <a:rPr lang="pt-BR" b="0" dirty="0" err="1"/>
                <a:t>Utilities</a:t>
              </a:r>
              <a:r>
                <a:rPr lang="pt-BR" b="0" dirty="0"/>
                <a:t> &amp; </a:t>
              </a:r>
              <a:r>
                <a:rPr lang="pt-BR" b="0" dirty="0" err="1"/>
                <a:t>Managem</a:t>
              </a:r>
              <a:r>
                <a:rPr lang="pt-BR" b="0" dirty="0"/>
                <a:t> System - USI</a:t>
              </a:r>
            </a:p>
          </p:txBody>
        </p:sp>
        <p:pic>
          <p:nvPicPr>
            <p:cNvPr id="94" name="Imagem 93">
              <a:extLst>
                <a:ext uri="{FF2B5EF4-FFF2-40B4-BE49-F238E27FC236}">
                  <a16:creationId xmlns:a16="http://schemas.microsoft.com/office/drawing/2014/main" id="{2E010527-CEC0-02C0-70D6-79E5E447C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41" b="11441"/>
            <a:stretch/>
          </p:blipFill>
          <p:spPr>
            <a:xfrm>
              <a:off x="8159189" y="1987875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22" name="Grupo 21"/>
          <p:cNvGrpSpPr/>
          <p:nvPr/>
        </p:nvGrpSpPr>
        <p:grpSpPr>
          <a:xfrm>
            <a:off x="4192094" y="4238790"/>
            <a:ext cx="3682687" cy="662082"/>
            <a:chOff x="8159189" y="5050785"/>
            <a:chExt cx="3682687" cy="662082"/>
          </a:xfrm>
        </p:grpSpPr>
        <p:pic>
          <p:nvPicPr>
            <p:cNvPr id="95" name="Imagem 94">
              <a:extLst>
                <a:ext uri="{FF2B5EF4-FFF2-40B4-BE49-F238E27FC236}">
                  <a16:creationId xmlns:a16="http://schemas.microsoft.com/office/drawing/2014/main" id="{870240C6-1458-8822-36CA-BB34085E3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41" b="11441"/>
            <a:stretch/>
          </p:blipFill>
          <p:spPr>
            <a:xfrm>
              <a:off x="8159189" y="5100867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id="{36C7003C-B140-A17C-3306-5300EBF78F5D}"/>
                </a:ext>
              </a:extLst>
            </p:cNvPr>
            <p:cNvSpPr txBox="1"/>
            <p:nvPr/>
          </p:nvSpPr>
          <p:spPr>
            <a:xfrm>
              <a:off x="8799213" y="5050785"/>
              <a:ext cx="304266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GUSTAVO HENRIQUE VIEIRA LUNA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GLOBAL TRAINEE | </a:t>
              </a:r>
              <a:r>
                <a:rPr lang="it-IT" b="0" dirty="0"/>
                <a:t>23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Environment</a:t>
              </a:r>
              <a:r>
                <a:rPr lang="pt-BR" b="0" dirty="0"/>
                <a:t>, Health &amp; </a:t>
              </a:r>
              <a:r>
                <a:rPr lang="pt-BR" b="0" dirty="0" err="1"/>
                <a:t>Safety</a:t>
              </a:r>
              <a:r>
                <a:rPr lang="pt-BR" b="0" dirty="0"/>
                <a:t> - USI</a:t>
              </a: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4201919" y="2680559"/>
            <a:ext cx="3725684" cy="680187"/>
            <a:chOff x="8159189" y="3572548"/>
            <a:chExt cx="3725684" cy="680187"/>
          </a:xfrm>
        </p:grpSpPr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DA5D42F9-C469-2F51-897B-435CD85742D9}"/>
                </a:ext>
              </a:extLst>
            </p:cNvPr>
            <p:cNvSpPr txBox="1"/>
            <p:nvPr/>
          </p:nvSpPr>
          <p:spPr>
            <a:xfrm>
              <a:off x="8799213" y="3572548"/>
              <a:ext cx="308566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GLACE KELLY SOARES DE OLIVEIRA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COMMERCIAL MANAGEMENT ANALYST II | 39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Industrial &amp; </a:t>
              </a:r>
              <a:r>
                <a:rPr lang="pt-BR" b="0" dirty="0" err="1"/>
                <a:t>Infrastruture</a:t>
              </a:r>
              <a:r>
                <a:rPr lang="pt-BR" b="0" dirty="0"/>
                <a:t> OM - USI</a:t>
              </a:r>
            </a:p>
          </p:txBody>
        </p:sp>
        <p:pic>
          <p:nvPicPr>
            <p:cNvPr id="113" name="Imagem 112">
              <a:extLst>
                <a:ext uri="{FF2B5EF4-FFF2-40B4-BE49-F238E27FC236}">
                  <a16:creationId xmlns:a16="http://schemas.microsoft.com/office/drawing/2014/main" id="{D10E53A1-67DD-719D-AC84-0F5B8A30F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26" b="11526"/>
            <a:stretch/>
          </p:blipFill>
          <p:spPr>
            <a:xfrm>
              <a:off x="8159189" y="3640735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18" name="Grupo 17"/>
          <p:cNvGrpSpPr/>
          <p:nvPr/>
        </p:nvGrpSpPr>
        <p:grpSpPr>
          <a:xfrm>
            <a:off x="8209882" y="2675466"/>
            <a:ext cx="3411757" cy="655102"/>
            <a:chOff x="4156821" y="4615195"/>
            <a:chExt cx="3411757" cy="655102"/>
          </a:xfrm>
        </p:grpSpPr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D30DF614-FDB3-0724-0DAD-94FB31872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79" b="11279"/>
            <a:stretch/>
          </p:blipFill>
          <p:spPr>
            <a:xfrm>
              <a:off x="4156821" y="4658297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A54CB9CA-EFA1-F510-B8BA-33D928C9EA3F}"/>
                </a:ext>
              </a:extLst>
            </p:cNvPr>
            <p:cNvSpPr txBox="1"/>
            <p:nvPr/>
          </p:nvSpPr>
          <p:spPr>
            <a:xfrm>
              <a:off x="4784207" y="4615195"/>
              <a:ext cx="2784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LEIDIANE DE SOUZA OLIVEIRA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HUMAN RESOURCES ANALYST II | </a:t>
              </a:r>
              <a:r>
                <a:rPr lang="it-IT" b="0" dirty="0"/>
                <a:t>23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HRBP - IPA</a:t>
              </a: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4192093" y="4958614"/>
            <a:ext cx="3720184" cy="673161"/>
            <a:chOff x="4156821" y="1151052"/>
            <a:chExt cx="3672624" cy="673161"/>
          </a:xfrm>
        </p:grpSpPr>
        <p:pic>
          <p:nvPicPr>
            <p:cNvPr id="74" name="Imagem 73">
              <a:extLst>
                <a:ext uri="{FF2B5EF4-FFF2-40B4-BE49-F238E27FC236}">
                  <a16:creationId xmlns:a16="http://schemas.microsoft.com/office/drawing/2014/main" id="{F180E567-427E-943C-7584-9328B812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01" b="8501"/>
            <a:stretch/>
          </p:blipFill>
          <p:spPr>
            <a:xfrm>
              <a:off x="4156821" y="1212213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19E6C28-5D66-D60B-C012-B805B82EE021}"/>
                </a:ext>
              </a:extLst>
            </p:cNvPr>
            <p:cNvSpPr txBox="1"/>
            <p:nvPr/>
          </p:nvSpPr>
          <p:spPr>
            <a:xfrm>
              <a:off x="4784207" y="1151052"/>
              <a:ext cx="304523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JULIANA KIE SANTANA ALICAWA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GLOBAL TRAINEE | </a:t>
              </a:r>
              <a:r>
                <a:rPr lang="it-IT" b="0" dirty="0"/>
                <a:t>26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Maintenance</a:t>
              </a:r>
              <a:r>
                <a:rPr lang="pt-BR" b="0" dirty="0"/>
                <a:t> </a:t>
              </a:r>
              <a:r>
                <a:rPr lang="pt-BR" b="0" dirty="0" err="1"/>
                <a:t>Engineering</a:t>
              </a:r>
              <a:r>
                <a:rPr lang="pt-BR" b="0" dirty="0"/>
                <a:t> (M) - USI</a:t>
              </a:r>
            </a:p>
          </p:txBody>
        </p:sp>
      </p:grpSp>
      <p:grpSp>
        <p:nvGrpSpPr>
          <p:cNvPr id="2" name="Grupo 13">
            <a:extLst>
              <a:ext uri="{FF2B5EF4-FFF2-40B4-BE49-F238E27FC236}">
                <a16:creationId xmlns:a16="http://schemas.microsoft.com/office/drawing/2014/main" id="{D6E4E3E3-2B15-25E9-7081-EDDB2347A1A3}"/>
              </a:ext>
            </a:extLst>
          </p:cNvPr>
          <p:cNvGrpSpPr/>
          <p:nvPr/>
        </p:nvGrpSpPr>
        <p:grpSpPr>
          <a:xfrm>
            <a:off x="477963" y="4167983"/>
            <a:ext cx="3433205" cy="688850"/>
            <a:chOff x="274236" y="4297942"/>
            <a:chExt cx="3433205" cy="688850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BF7A5A0-D241-055E-B66B-2D16DEE1F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79" b="11279"/>
            <a:stretch/>
          </p:blipFill>
          <p:spPr>
            <a:xfrm>
              <a:off x="274236" y="4374792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8EE47BE-43F1-6680-569E-64C3DF9DC02C}"/>
                </a:ext>
              </a:extLst>
            </p:cNvPr>
            <p:cNvSpPr txBox="1"/>
            <p:nvPr/>
          </p:nvSpPr>
          <p:spPr>
            <a:xfrm>
              <a:off x="923118" y="4297942"/>
              <a:ext cx="2784323" cy="5721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CLEYSSON DE ANDRADE SOUZA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COORDENADOR PRODUCAO I | </a:t>
              </a:r>
              <a:r>
                <a:rPr lang="it-IT" b="0" dirty="0"/>
                <a:t>47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Refractories</a:t>
              </a:r>
              <a:r>
                <a:rPr lang="pt-BR" b="0" dirty="0"/>
                <a:t> &amp; </a:t>
              </a:r>
              <a:r>
                <a:rPr lang="pt-BR" b="0" dirty="0" err="1"/>
                <a:t>Steelmaking</a:t>
              </a:r>
              <a:r>
                <a:rPr lang="pt-BR" b="0" dirty="0"/>
                <a:t> </a:t>
              </a:r>
              <a:r>
                <a:rPr lang="pt-BR" b="0" dirty="0" err="1"/>
                <a:t>Serv</a:t>
              </a:r>
              <a:r>
                <a:rPr lang="pt-BR" b="0" dirty="0"/>
                <a:t> - USI</a:t>
              </a:r>
            </a:p>
          </p:txBody>
        </p:sp>
      </p:grpSp>
      <p:grpSp>
        <p:nvGrpSpPr>
          <p:cNvPr id="9" name="Grupo 13">
            <a:extLst>
              <a:ext uri="{FF2B5EF4-FFF2-40B4-BE49-F238E27FC236}">
                <a16:creationId xmlns:a16="http://schemas.microsoft.com/office/drawing/2014/main" id="{7386532B-3D5A-D6B2-2922-9B531FDCAAA7}"/>
              </a:ext>
            </a:extLst>
          </p:cNvPr>
          <p:cNvGrpSpPr/>
          <p:nvPr/>
        </p:nvGrpSpPr>
        <p:grpSpPr>
          <a:xfrm>
            <a:off x="482879" y="4957957"/>
            <a:ext cx="3433205" cy="670708"/>
            <a:chOff x="274236" y="4316084"/>
            <a:chExt cx="3433205" cy="670708"/>
          </a:xfrm>
        </p:grpSpPr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E4538D8B-61D9-20F3-4135-D0AEDCF5E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26" b="11526"/>
            <a:stretch/>
          </p:blipFill>
          <p:spPr>
            <a:xfrm>
              <a:off x="274236" y="4374792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F71A124E-AEE7-DED2-44EC-219A61E81061}"/>
                </a:ext>
              </a:extLst>
            </p:cNvPr>
            <p:cNvSpPr txBox="1"/>
            <p:nvPr/>
          </p:nvSpPr>
          <p:spPr>
            <a:xfrm>
              <a:off x="923118" y="4316084"/>
              <a:ext cx="278432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FELIPE MARTINS FERREIRA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OPERADOR PONTE ROLANTE | </a:t>
              </a:r>
              <a:r>
                <a:rPr lang="it-IT" b="0" dirty="0"/>
                <a:t>26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Temper</a:t>
              </a:r>
              <a:r>
                <a:rPr lang="pt-BR" b="0" dirty="0"/>
                <a:t>, </a:t>
              </a:r>
              <a:r>
                <a:rPr lang="pt-BR" b="0" dirty="0" err="1"/>
                <a:t>Finsh</a:t>
              </a:r>
              <a:r>
                <a:rPr lang="pt-BR" b="0" dirty="0"/>
                <a:t> Lines &amp; </a:t>
              </a:r>
              <a:r>
                <a:rPr lang="pt-BR" b="0" dirty="0" err="1"/>
                <a:t>Inspec</a:t>
              </a:r>
              <a:r>
                <a:rPr lang="pt-BR" b="0" dirty="0"/>
                <a:t> (O) - IPA</a:t>
              </a:r>
            </a:p>
          </p:txBody>
        </p:sp>
      </p:grpSp>
      <p:grpSp>
        <p:nvGrpSpPr>
          <p:cNvPr id="26" name="Grupo 17">
            <a:extLst>
              <a:ext uri="{FF2B5EF4-FFF2-40B4-BE49-F238E27FC236}">
                <a16:creationId xmlns:a16="http://schemas.microsoft.com/office/drawing/2014/main" id="{F3767271-84F5-5205-9427-38CD4F03897F}"/>
              </a:ext>
            </a:extLst>
          </p:cNvPr>
          <p:cNvGrpSpPr/>
          <p:nvPr/>
        </p:nvGrpSpPr>
        <p:grpSpPr>
          <a:xfrm>
            <a:off x="8204966" y="3427637"/>
            <a:ext cx="3411757" cy="655102"/>
            <a:chOff x="4156821" y="4615195"/>
            <a:chExt cx="3411757" cy="655102"/>
          </a:xfrm>
        </p:grpSpPr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8F872A80-5B5C-8DBE-0B77-9C5A593DE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4" r="1374"/>
            <a:stretch/>
          </p:blipFill>
          <p:spPr>
            <a:xfrm>
              <a:off x="4156821" y="4658297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06BB2885-2B74-EA47-CF78-EA0807514BC8}"/>
                </a:ext>
              </a:extLst>
            </p:cNvPr>
            <p:cNvSpPr txBox="1"/>
            <p:nvPr/>
          </p:nvSpPr>
          <p:spPr>
            <a:xfrm>
              <a:off x="4784207" y="4615195"/>
              <a:ext cx="278437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LETICIA EVANGELISTA DE OLIVEIRA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HUMAN RESOURCES ANALYST II | </a:t>
              </a:r>
              <a:r>
                <a:rPr lang="it-IT" b="0" dirty="0"/>
                <a:t>23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HRBP - IPA </a:t>
              </a:r>
            </a:p>
          </p:txBody>
        </p:sp>
      </p:grpSp>
      <p:grpSp>
        <p:nvGrpSpPr>
          <p:cNvPr id="30" name="Grupo 17">
            <a:extLst>
              <a:ext uri="{FF2B5EF4-FFF2-40B4-BE49-F238E27FC236}">
                <a16:creationId xmlns:a16="http://schemas.microsoft.com/office/drawing/2014/main" id="{E76720E7-102A-3E47-32A3-2537A9A9080F}"/>
              </a:ext>
            </a:extLst>
          </p:cNvPr>
          <p:cNvGrpSpPr/>
          <p:nvPr/>
        </p:nvGrpSpPr>
        <p:grpSpPr>
          <a:xfrm>
            <a:off x="8204966" y="4165051"/>
            <a:ext cx="3411757" cy="655102"/>
            <a:chOff x="4156821" y="4615195"/>
            <a:chExt cx="3411757" cy="655102"/>
          </a:xfrm>
        </p:grpSpPr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A47ED7B0-7A73-0623-9903-CA880A9BA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18" b="13318"/>
            <a:stretch/>
          </p:blipFill>
          <p:spPr>
            <a:xfrm>
              <a:off x="4156821" y="4658297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8CAFD5E-54C4-F933-4AB5-0FEF7632E304}"/>
                </a:ext>
              </a:extLst>
            </p:cNvPr>
            <p:cNvSpPr txBox="1"/>
            <p:nvPr/>
          </p:nvSpPr>
          <p:spPr>
            <a:xfrm>
              <a:off x="4693493" y="4615195"/>
              <a:ext cx="28750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LUCAS CASSIANO LEITE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 APRENDIZ  | </a:t>
              </a:r>
              <a:r>
                <a:rPr lang="it-IT" b="0" dirty="0"/>
                <a:t>27</a:t>
              </a:r>
              <a:r>
                <a:rPr lang="pt-BR" b="0" dirty="0"/>
                <a:t> 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Unid</a:t>
              </a:r>
              <a:r>
                <a:rPr lang="pt-BR" b="0" dirty="0"/>
                <a:t> Aprendiz</a:t>
              </a:r>
            </a:p>
          </p:txBody>
        </p:sp>
      </p:grpSp>
      <p:grpSp>
        <p:nvGrpSpPr>
          <p:cNvPr id="33" name="Grupo 20">
            <a:extLst>
              <a:ext uri="{FF2B5EF4-FFF2-40B4-BE49-F238E27FC236}">
                <a16:creationId xmlns:a16="http://schemas.microsoft.com/office/drawing/2014/main" id="{4C86D228-80C1-076C-AEDE-B39955D60886}"/>
              </a:ext>
            </a:extLst>
          </p:cNvPr>
          <p:cNvGrpSpPr/>
          <p:nvPr/>
        </p:nvGrpSpPr>
        <p:grpSpPr>
          <a:xfrm>
            <a:off x="4196999" y="3462222"/>
            <a:ext cx="3725684" cy="680187"/>
            <a:chOff x="8159189" y="3572548"/>
            <a:chExt cx="3725684" cy="680187"/>
          </a:xfrm>
        </p:grpSpPr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B648CCA-B85E-3BC2-57D4-B61AC184D572}"/>
                </a:ext>
              </a:extLst>
            </p:cNvPr>
            <p:cNvSpPr txBox="1"/>
            <p:nvPr/>
          </p:nvSpPr>
          <p:spPr>
            <a:xfrm>
              <a:off x="8799213" y="3572548"/>
              <a:ext cx="308566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GLAUCE RIBEIRO DA PENHA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INFORMATION TECHNOLOGY SPECIALIST| </a:t>
              </a:r>
              <a:r>
                <a:rPr lang="it-IT" b="0" dirty="0"/>
                <a:t>55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IT Systems Industrial - USI</a:t>
              </a:r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5FF2AA29-2586-49A9-9186-54A2FDE36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41" b="11441"/>
            <a:stretch/>
          </p:blipFill>
          <p:spPr>
            <a:xfrm>
              <a:off x="8159189" y="3640735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36" name="Grupo 4">
            <a:extLst>
              <a:ext uri="{FF2B5EF4-FFF2-40B4-BE49-F238E27FC236}">
                <a16:creationId xmlns:a16="http://schemas.microsoft.com/office/drawing/2014/main" id="{BA95B6BA-5703-D8FA-9481-C4BB90804CD3}"/>
              </a:ext>
            </a:extLst>
          </p:cNvPr>
          <p:cNvGrpSpPr/>
          <p:nvPr/>
        </p:nvGrpSpPr>
        <p:grpSpPr>
          <a:xfrm>
            <a:off x="8196305" y="4954875"/>
            <a:ext cx="3424525" cy="670708"/>
            <a:chOff x="274236" y="1136234"/>
            <a:chExt cx="3424525" cy="670708"/>
          </a:xfrm>
        </p:grpSpPr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75177FE7-7B63-48E3-2EC3-4BDDAEC4C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12" b="12512"/>
            <a:stretch/>
          </p:blipFill>
          <p:spPr>
            <a:xfrm>
              <a:off x="274236" y="1194942"/>
              <a:ext cx="595188" cy="612000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CDE1512B-48E6-BD3F-B74F-87AFE334E8CF}"/>
                </a:ext>
              </a:extLst>
            </p:cNvPr>
            <p:cNvSpPr txBox="1"/>
            <p:nvPr/>
          </p:nvSpPr>
          <p:spPr>
            <a:xfrm>
              <a:off x="923118" y="1136234"/>
              <a:ext cx="27756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 fontAlgn="ctr">
                <a:lnSpc>
                  <a:spcPct val="150000"/>
                </a:lnSpc>
                <a:defRPr sz="1000" b="1" i="0" u="none" strike="noStrike">
                  <a:effectLst/>
                  <a:latin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pt-BR" dirty="0"/>
                <a:t>LUIS FELIPE FERREIRA CAMPOS SILVA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/>
                <a:t>GLOBAL TRAINEE| 31</a:t>
              </a:r>
            </a:p>
            <a:p>
              <a:pPr algn="l">
                <a:lnSpc>
                  <a:spcPct val="100000"/>
                </a:lnSpc>
              </a:pPr>
              <a:r>
                <a:rPr lang="pt-BR" b="0" dirty="0" err="1"/>
                <a:t>Supply</a:t>
              </a:r>
              <a:r>
                <a:rPr lang="pt-BR" b="0" dirty="0"/>
                <a:t> Chain </a:t>
              </a:r>
              <a:r>
                <a:rPr lang="pt-BR" b="0" dirty="0" err="1"/>
                <a:t>Process</a:t>
              </a:r>
              <a:r>
                <a:rPr lang="pt-BR" b="0" dirty="0"/>
                <a:t> - USI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05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3ddd65-1730-4534-8c60-5237bc7237f7}" enabled="1" method="Standard" siteId="{f42fc9cf-67de-42f2-a997-d920d85e69a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930</Words>
  <Application>Microsoft Office PowerPoint</Application>
  <PresentationFormat>Widescreen</PresentationFormat>
  <Paragraphs>206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Silvia Gabriela Macieira Ramos</dc:creator>
  <cp:lastModifiedBy>Igor Gabriel De Souza Barbosa</cp:lastModifiedBy>
  <cp:revision>47</cp:revision>
  <dcterms:created xsi:type="dcterms:W3CDTF">2025-02-12T11:27:36Z</dcterms:created>
  <dcterms:modified xsi:type="dcterms:W3CDTF">2026-04-13T19:10:41Z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Classificação da informação: Confidencial Grupo de Acesso: Destinatários deste e-mail</vt:lpwstr>
  </property>
</Properties>
</file>