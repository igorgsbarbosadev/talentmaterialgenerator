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4329516" r:id="rId2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BA01"/>
    <a:srgbClr val="257226"/>
    <a:srgbClr val="D9F2D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9AB85-576B-7990-9C8F-FB89C4777913}" v="82" dt="2026-04-13T19:16:35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7FC3A-BB20-43A5-B2E8-7D0DFAB4CCD0}" type="datetimeFigureOut">
              <a:t>13/04/2026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80B40-6552-4B31-B954-810DEA3018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327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3C37-80E7-AFAF-00B2-2128897D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1187E4-9270-C496-E3BE-8375955EC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FC79DF-D7C5-846F-6637-5EB7446C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FDB197-D783-5F8B-D642-2DC4D1458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80B40-6552-4B31-B954-810DEA30185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92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05A035-B158-5B60-6137-61992DCA2A5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6957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 Classificação da informação: Confidencial / Grupo de Acesso: </a:t>
            </a:r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9D4E-722E-8740-823C-A0A4DE64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1" descr="data:image/png;base64,iVBORw0KGgoAAAANSUhEUgAAAi0AAAFTCAYAAAD1KTxeAAAAAXNSR0IArs4c6QAAIABJREFUeF7tnQuwFdXxrxdEA6L8QUQkCDFKeBiVoKIilokay2hELLSIFY1WNEEkBhGJgAqCoIjKW4kSFSsYpLyUoqIlUVT+iYUvMD4CSq6oxAcGX1Aogg+41ZPMuXOG/Zg59Dqze+bbVakk7LV71nzd0/Nb3WvmNHF8IAABCEAAAhCAgAECTWSOa9eu3b5lyxYD02WKEIAABCAAAQgUkcC2bdv+NxAtq1ev3t61a9ciMuCcIQABCEAAAhAwQOCf//ynQ7QYcBRThAAEIAABCBSdAKKl6BHA+UMAAhCAAASMEEC0GHEU04QABCAAAQgUnQCipegRwPlDAAIQgAAEjBBAtBhxFNOEAAQgAAEIFJ0AoqXoEcD5QwACEIAABIwQQLQYcRTThAAEIAABCBSdAKKl6BHA+UMAAhCAAASMEEC0GHEU04QABCAAAQgUnQCipegRwPlDAAIQgAAEjBBAtBhxFNOEAAQgAAEIFJ0AoqXoEcD5QwACEIAABIwQQLQYcRTThAAEIAABCBSdAKKl6BHA+UMAAhCAAASMEEC0GHEU04QABCAAAQgUnQCipegRwPlDAAIQgAAEjBBAtBhxFNOEAAQgAAEIFJ0AoqXoEcD5QwACEIAABIwQQLQYcRTThAAEIAABCBSdAKKl6BHA+UMAAhCAAASMEEC0GHEU04QABCAAAQgUnQCiJUEEbN682S1YsMAtWrTIffzxx27fffd1gwcPdn369HFNmjRx1b7/8ssv3eOPP+7mz5/v3nvvPbfXXnu5c88915166qlul112STADhkAAAhCAAAQggGipEgNfffWVu+GGG9wTTzxRb+Qee+zhJk+e7A444ICK33fr1s3NmTPH3X333fV+37RpUzdu3Dh37LHHEoUQgAAEIAABCCQggGhJIFpuvvlmd/jhh7tjjjnGffjhh+6qq65yb731lhsyZIg77bTTXKXvzzjjDDd37ly3++67u759+zoRQddcc41bvny569evnxs2bFgCNzEEAhCAAAQgAAFES8oY+OKLL9zVV1/tXnzxRXf99de7I488sp6Fat9v377dTZ061T388MOB6BFRwwcCEIAABCAAgeoEEC3VGdUb8fzzzweipXv37m7ChAmuZcuWqb5/88033YgRI1yzZs3clClTXPv27VPOgOEQgAAEIACBYhJAtKTw+7vvvhsIls8//9xNnDjRde7cud6vq32/YcOGoDqzcuVKN3r0aNe7d+8UR2coBCAAAQhAoNgEEC0J/f/qq6+6a6+9NqiQyJ6U/fffv94vq30vgmb8+PFu/fr1gWDp1atXwiMzDAIQgAAEIAABIYBoqRIHsgfl0UcfdTNnzgw2415++eWudevWdb+q9r0MlE23InjatWsXVGo6duxI9EEAAhCAAAQgkJIAoqUKMGnpXHbZZcHTQvGPvKdl6NChbtSoUWW/HzlyZPBI9LJly3b4vVRrZFNuVASl9B/DIQABCEAAAoUhgGip4upNmzYFomTVqlUlRYs8sjx27Niy319xxRVu+vTpO7znRYwhWgpznXGiEIAABCCgQADRogARExCAAAQgAAEI+CeAaPHPmCNAAAIQgAAEIKBAANGiABETEIAABCAAAQj4J4Bo8c+YI0AAAhCAAAQgoEAA0aIAERMQgAAEIAABCPgngGjxz5gjQAACEIAABCCgQADRogARExCAAAQgAAEI+CeAaPHPmCNAAAIQgAAEIKBAANGiABETEIAABCAAAQj4J4Bo8c+YI0AAAhCAAAQgoECg0KJlwIQjFRA2jokFY55vnANxFAhAAAIQgECNEkC01Khj4tNCtBhxFNOEAAQgAAFvBBAt3tDqGka06PLEGgQgAAEI2COAaDHiM0SLEUcxTQhAAAIQ8EYA0eINra5hRIsuT6xBAAIQgIA9AogWIz5DtBhxFNOEAAQgAAFvBBAt3tDqGka06PLEGgQgAAEI2COAaDHiM0SLEUcxTQhAAAIQ8EYA0eINra5hRIsuT6xBAAIQgIA9AogWIz5DtBhxFNOEAAQgAAFvBBAt3tDqGka06PLEGgQgAAEI2COAaDHiM0SLEUcxTQhAAAIQ8EYA0eINra5hRIsuT6xBAAIQgIA9AogWIz5DtBhxFNOEAAQgAAFvBBAt3tDqGka06PLEGgQgAAEI2COAaDHiM0SLEUcxTQhAAAIQ8EYA0eINra5hRIsuT6xBAAIQgIA9AogWIz5LI1pWrlzppk6d6t5++2130003ucMOO6zuLOW72267zb3++utu27ZtrmvXru53v/udO+igg9zWrVvd+PHj3bJly+pR6devnxs2bJgRUkwTAhCAAATySgDRYsSzSUTL119/7ebNm+f+/Oc/O/nf8rnxxhvdEUccEfzvd955x/3+979369evr3fWHTt2dFOmTHH/8z//48aNG+eee+45RIuRuGCaEIAABIpEANFixNtJRMunn37qRo8e7fr27euefPJJt3z58nqi5YUXXnAjRoxwJ5xwghs5cqT74osvgvEiZkS07LvvvoFoWbdunZs+fbrbc889jdBhmhCAAAQgUAQCiBYjXk4iWrZv3x6cjbR5wopJtNKyZs0aN3z4cNemTRs3duzYOtHSvXv3QLzIJ1pp2WWXXYLW0tChQ12HDh2MkGKaEIAABCCQVwKIFiOeTSJawlPZsmVLSdEiokb2q8h+l08++SQY3rt376D6IlWV6O+iWDp37uwmTZrk2rZta4QW04QABCAAgTwSQLQY8aqGaJF9LgsXLnR33nlnIEA2bdrkPvvsM3fmmWe6Cy+80EllJfyIwFm1alVQkZG2U3xDrxFsTBMCEIAABHJEANFixJkaomXx4sWB+Bg0aJAbMGCA+/LLL4MKyl//+tegMnPsscfWo1GuYmMEGdOEAAQgAIGcEUC0GHGohmiZNm2ae+ihh9zgwYPrRMusWbPcokWL3JAhQ1zPnj3d008/7fr37+/22GMPt2LFCnfttde6b775xk2ePNl169bNCC2mCQEIQAACeSSAaDHi1SSiRdo9sj9F3sES/bRo0SIQHWvXrg0qLfJ+luhHBIp8L+0h2ai7cePGet9L++iiiy6q1z4ygo1pQgACEIBAjgggWow4U0O0dOnSxT3yyCPu3nvvDR5rFpEiTw7JfpaDDz44ICEbdW+99Vb33nvvub322svJi+XOOuss16xZMyOkmCYEIAABCOSVAKLFiGeTiBYjp8I0IQABCEAAAg0igGhpELbG/xGipfGZc0QIQAACEKgtAoiW2vJH2dkgWow4imlCAAIQgIA3AogWb2h1DSNadHliDQIQgAAE7BFAtBjxGaLFiKOYJgQgAAEIeCOAaPGGVtcwokWXJ9YgAAEIQMAeAUSLEZ8hWow4imlCAAIQgIA3AogWb2h1DSNadHliDQIQgAAE7BFAtBjxGaLFiKOYJgQgAAEIeCOAaPGGVtcwokWXJ9YgAAEIQMAeAUSLEZ8hWow4imlCAAIQgIA3AogWb2h1DQ/o9wtdg56s/fyHwzxZxiwEIAABCBSdAKLFSAQgWow4imlCAAIQgIA3AogWb2h1DSNadHliDQIQgAAE7BFAtBjxGaLFiKOYJgQgAAEIeCOAaPGGVtcwokWXJ9YgAAEIQMAeAUSLEZ8hWow4imlCAAIQgIA3AogWb2h1DSNadHliDQIQgAAE7BFAtBjxGaLFiKOYJgQgAAEIeCOAaPGGVtcwokWXJ9YgAAEIQMAeAUSLEZ8hWow4imlCAAIQgIA3AogWb2h1DSNadHliDQIQgAAE7BFAtBjxGaLFiKOYJgQgAAEIeCOAaPGGVtdwHkXL1q1b3Z/+9Ce3YMECd+SRR7qrr77aNWvWLAD34IMPuunTp9eD+N3vfjf4tz333NNt3rzZ3XPPPe6BBx5wn3/+udt3333d4MGDXZ8+fVyTJk104WMNAhCAAARqggCipSbcUH0SeRMtb731lrv22mvdm2++GZz8UUcd5caNG+eaN28e/P/777/f3XzzzWVFi3wnY6KfVq1auSlTprjOnTtXB8oICEAAAhAwRwDRYsRleRMtIjhWrlzpDj/8cHfTTTeVFS033nijO+KII3bw0h133OG6dOnijjnmGPfhhx+6q666yokQKjfeiJuZJgQgAAEIVCCAaDESHnkTLdu3bw/IL1++3I0YMaJqpaVc+0fsvP76627MmDHuW9/6lps8ebLr1KmTEa8yTQhAAAIQSEMA0ZKGVoZj8yZaQpQvvPBCItEi47/97W+7a665xvXu3dtt2LDBXXbZZUF1RT777LNPUG055JBDMvQSh4YABCAAAZ8EEC0+6SraLppoiaL79NNPgxbSM88848444ww3ZMiQHUSLjD/ggAPc6NGj3f77769IHlMQgAAEIFArBBAtteKJKvMosmgRNOHG3H79+rlhw4bVoyVVl9mzZ7vFixe7008/3Q0dOpQniIzENdOEAAQgkIYAoiUNrQzHFkm0bNmyxc2dO9f99Kc/dfKYs2y0nTRpkvv73//uLrzwQnfKKae4GTNmuAEDBrgDDzzQffnll27WrFlu0aJF7qSTTgraTbK/hQ8EIAABCOSLAKLFiD/zJlr+8pe/BEIk/hHRcckll7gJEya45557rt7X3//+993EiRODx6JFmMgG3OhH3vEyfvz44J0vmp+vv/46EER33nmna9eunZs6dapr3bp1vUPIhuC77rrLzZs3L/h3qQb17du3ZBtLvpcWl7S6+Ngn8P777wdPrb388svu0ksvDap98c+7774bxOy6deucxLFsGJdH9Ku9j8g+Hc4AAroEEC26PL1ZK5JokeT+73//O6imvPjii0HV5Oijj3YDBw50HTp0CBjLjSL8Xv5/9+7dgyrMwQcfrNoa+vjjj93111/vVqxYERw3+oK7qLNXrVrlRo4c6T777LPgn0NRIvtx5Eb2r3/9q15sIFq8XSqNZliEqrQkpconLzgsJ0ZF9Mr7g2RsPIaqvY+o0U6GA0HACAFEixFH5U20GMHu5OkmaVX179/fzZw5M1gdh2/lDc9B2lnyYrw33njDHXrooW7JkiU7iJbvfOc79V6eZ+X8mWd5AuL36667zvXs2dNJIn3sscdKVtCeffZZN3bs2OBtzatXr3a77rprXQyFooX3CxFpEEhGANGSjFPmoxAt2bggfJ+MvLl3+PDhJUWLrKDl6abf/va3wSRvueWWspUWaWGdcMIJQVUo3mLK5gw56s4Q+Oabb4JK4LRp09xDDz20g2jZuHGjGzVqlJM/WSEVRKnayScUvvFKC3+OYme8wW+LQADRYsTLiJZsHbVmzZqSouWDDz4I/n3vvfcO9uE8/vjjwZ8fqNYeiv/ZgmzPjqPvLIFSokUEr/x9rDlz5gQvP/zhD38YtAoriRb5Lvo+op2dF7+HQN4IIFqMeBTRkq2jSokWuSn98Y9/dAsXLnQ33HBDcFMKV86l9qzI3oZly5YFm4lbtGgRbOj93ve+l+2JcXQVAqVEi+xjkhcg9ujRI6i2yL6XuGiJHrzU+4hUJocRCOSIAKLFiDMRLdk6qpRoCfeyxJ9yCmf6i1/8ImgDxW9McuOStgF/3DFbn2oevZRoCd/2XOo48hSa+L9jx471vq70PiLN+WILAlYJIFqMeA7Rkq2jSokW2acgj1hL9aTUR0SL/LFH2Q8jjz/L3gfZpCs3uPCmJf/Nxz6BUqJFnny7/PLL3bZt23Y4QfG7VNyeeOKJsu8jkvjhAwEI1CeAaDESEYiWbBz1yiuvBDceeYFd9CMlf7np7L777iVXymF7qNRqu2nTpu7iiy8Onkhq0qRJNifGUXeawFdffRXEwNKlS3ewJU+T/fjHPy5ZZZN/lI24u+22W/BEWbn3Eck+KT4QgACipY7AgAm6LyHzGVyIFp90y9tOK1rCl4WFLxmTfSyPPPKIu/vuu52880WeDjn77LODN/fusssu2ZwUR1UhkFa0hH/kUw4evqAw+r6hUu8jUpkoRiCQIwJUWow4E9FixFFMEwIQgAAEvBFAtHhDq2sY0aLLE2sQgAAEIGCPAKLFiM+siJZOrbsaIerc0fudamauTBQCEIAABFzw9ulgJ+Dq1au3d+1q54aj4Tz2tGhQrG8D0aLPFIsQgAAEIPAfAogWI5FApUXfUVRa9JliEQIQgIBPAogWn3QVbSNaFGH+1xSiRZ8pFiEAAQj4JIBo8UlX0TaiRREmokUfJhYhAAEINAIBREsjQNY4BKJFg2J9G1Ra9JliEQIQgIBPAogWn3QVbSNaFGFSadGHiUUIQAACjUAA0dIIkDUOgWjRoEilRZ8iFiEAAQg0HgFES+Ox3qkjIVp2Cl/JH3dsZeMR/06tu+ifPBYrErDyOoQFY57HkxAoFAFEixF3I1r0HYVo0WeaF4uIlrx4kvPIGwFEixGPIlr0HYVo0WeaF4t5FC3yxzsXLVrk7rzzTteuXbu6P9ooPtu+fbtbtWqVmzNnjpM/Eip/vPGEE05wF154oWvdunXw/T/+8Q/3hz/8IXi516677lrve22/yx+SvPHGG93LL7/swj8+Gh7j3XffDc7hmWeecd9884077LDD3NChQ12HDh2CIZs3b3b33HOPe+CBB9znn38e/JHSwYMHuz59+qj/VfVKTOUvwz/++ONu/vz57r333nN77bWXO/fcc92pp54a/LHUxmaq7aOs7CFasiKf8riIlpTAEgxHtCSAVNAheRMt8hfGr7/+erdixYrAo9/97nfd9OnT3Z577hn8/5UrV7rhw4e7rVu31vP4z372M3fZZZe5d955J/jvTz/9tN73p59+eiAYmjQJXqy+0x+5kS9evNjNmjUrEBzyGTJkiDvjjDOC/y03/8svv9ytW7eu3rEOPfRQd+2117oWLVq4m2++2d1///31vm/VqpWbMmWK69y5807PMTRQjakIQPnr7tFP06ZN3bhx49yxxx7r3n777UZhqnbCNWII0VIjjqg2DURLNULpv0e0pGdWlF/kTbS88MILbu7cua5///5u5syZTm7iUdHy6quvukcffdT96le/cnvvvbdbsGCBu/XWW+vEjYiVhx56yJ199tn1vj/qqKOCm3Dz5s1VQmPLli3uuuuucz179gwqOo899lg90RJWWWSeIryefvrpQKzstttudaLkjjvucF26dHHHHHOM+/DDD91VV13l3nrrraByc8QRR6jMU4xUYyq8d999d9e3b1/31VdfuWuuucYtX77c9evXzw0bNsy9+eabjcJU7YRrxBCipUYcUW0aiJZqhNJ/j2hJz6wov8ibaJEKhnzkRikVlbhoifv12WefdVdccYUrJUqkGjN79my3cOFCd84557hf//rXapUWmYe0fKQ9NW3atOCmHq20xOf5xhtvBOcjFaOpU6e6Nm3a1A2Rc3799dfdmDFjAnuTJ092nTp1UgvhNExlrMzv4YcfLnk+vpmqnXQNGEK01IATkkwB0ZKEUroxiJZ0vIo0Om+iJfTdmjVrqooWqXZI9UL2jMgN/7jjjgt+/uCDDwbVmfAjVZtBgwa5Zs2aeQmNaqJFxI2IJ6kK/eY3vwmqQNKm2rBhQ9B2keqKfPbZZ5+g2nLIIYd4mWcSpiIWR4wYEbCSNlX79u0zYeoFQCMbRbQ0MvCGHg7R0lBy5X+HaNFnmheLRRUtsrFURIDsxxBRIhtxZdNoKdEi//7LX/4yqLaEYzT9X0m0SOXiqaeeClo+Ug0aOXJksJ9FPnHRIv92wAEHuNGjR7v9999fc4qBrWqiReYj+4lk35DMoXfv3nVziAtB30zVTz4Dg4iWDKA35JCIloZQq/wbRIs+07xYLKJokRaF7GN55JFHgqqFPOlSSoyIsHnppZeCaox8tDe4hjFUTrTI8WWj7e233+5+8pOfuEsuuaROsMTjTwSDVGNkc6/2puHwWJVEi+zBGT9+vFu/fn0gWHr16lXyEmkspnm4PhEtRryIaNF3FKJFn2leLBZNtMiTMHJzDW/A0hKKPhEkezE++eSToPqyxx57BI9HS8tFNpjKXpEDDzxQ3fWlRIs8ziwbiZ944gk3cODA4KmiqLASkTJjxgw3YMCAYE7y2LE8iSSPep900klBi0b2t2h+yokW2XQrwk4eL7/66qtdx44d6x02C6aa552VLURLVuRTHhfRkhJYguGIlgSQCjokb6JF3r0ijwrLTTz66dGjh5s4caJbsmRJvf0q4Rh5RPemm24KnsKZNGnSDtEgT+hIBUHr6SERQTKfpUuX7nAseUqpZcuWwXls27Zth+/lfS7ybhkRJrIBN/qRvSQiyo488ki1iK7EdOzYsUEFatmyZTscT1pUsin3ueeeaxSmaidcI4YQLTXiiGrTQLRUI5T+e0RLemZF+UXRRItsupV9F3ExEIoWETfSNpL3jkhVRl44Jy9JkzZSuJdEIzaqiZa2bduWfJ+MHDt8CZ28mE6qLS+++GIwpe7duwd7cw4++GDVp5wqiRZ5vPmWW24JKkLxTyhapGLVGEw1/FJLNhAtteSNCnNBtOg7CtGizzQvFvMmWvLiF84DAogWIzGAaNF3FKJFn2leLCJa8uJJziNvBBAtRjyKaNF3FKJFn2leLCJa8uJJziNvBBAtRjyKaNF3FKJFn2leLCJa8uJJziNvBBAtRjyKaNF3FKJFn2leLCJa8uJJziNvBBAtRjyKaNF3FKJFn2leLCJa8uJJziNvBBAtRjyKaNF3FKJFn2leLCJa8uJJziNvBBAtRjyKaNF3FKJFn2leLCJa8uJJziNvBBAtRjyKaNF3FKJFn2leLCJa8uJJziNvBBAtRjyKaNF3FKJFn2leLCJa8uJJziNvBBAtRjyKaNF3FKJFn2leLCJa8uJJziNvBBAtRjyKaNF3FKJFn2leLFoRLVbygsRFp9ZdTYSHlbzwH6ZdTDDVnCSiRZOmR1tWkpOVxCSuspKcipiYPF5KiUwjWhJhSjXISm6wkhcQLatXb+/a1YYSTnWlVBhsJTHJKSBatLz+/+1YSU6IFn3fV7NoJTdYyQtUWqpFXMO+L2JuoNLSsFhp9F9ZSU5WVlNUWho9hE0dENGi7y4rucHKYoZKC5UW/atU0SKiRRHmf01ZSU5FXE3pezudRURLOl5JRiNaklBKN6aIuYFKS7oYyWw0okUfPaJFn2leLCJa9D2JaPHBlI24+lRr2KKVxCQIES36gYRo0WeaF4tWcoOVvPCfVoaNPZNW8gLtIdpDNZ1vrSQnK4mJPS01He6ZTw7Rou8CK7kB0aLve02LtIc0aXq0hWjRh2slORWxb63v7XQWES3peCUZjWhJQindmCLmBkRLuhjJbDSiRR89okWfaV4sIlr0PYlo8cGUPS36VGvYopXExJ4WP0GEaPHDNQ9WreQGK4sZ9rT4uSqotPByOT+RpWDVSnKysppiT4tCUObYBKJF37lWcoOVxcx/hCCVFv1IrWGLVhITlRY/QWQlORUxMfnxeHKrVnKDlcUMlZbksZdmZBFzA3ta0kRIhmOtJCcrqykqLRkGs4FDI1r0nWQlN1hZzFBp4ZFn/atU0SKiRRHmf01ZSU5FXE3pezudRURLOl5JRiNaklBKN6aIuYFKS7oYyWw0okUfPaJFn2leLCJa9D2JaPHBlD0t+lRr2KKVxCQIES36gYRo0WeaF4tWcoOVvPCfVgZvxNW+Pqi08PSQdkyp2bOSnKwkJva0qIVmLg0hWvTdaiU3WFnMsKeFPS36V6miRUSLIkz2tOjDzJlFRIu+QxEtPpjSHtKnWsMWrSQm2kN+gsjKiqqIJWA/Hk9u1UpusLKYoT2UPPbSjCxibmAjbpoIyXCsleRkZTVFeyjDYDZwaESLvpOs5AYrixnaQ7SH9K9SRYuIFkWYtIf0YebMIqJF36GIFh9MaQ/pU61hi1YSE+0hP0FkZUVVxBKwH48nt2olN1hZzNAeSh57aUYWMTfQHkoTIRmOtZKcrKymaA9lGMwGDo1o0XeSldxgZTFDe4j2kP5VqmgR0aIIk/aQPsycWUS06DsU0eKDKe0hfao1bNFKYqI95CeIrKyoilgC9uPx5Fat5AYrixnaQ8ljL83IIuYG2kNpIiTDsVaSk5XVFO2hDIPZwKERLfpOspIbrCxmaA/RHtK/ShUtIloUYdIe0oeZM4uIFn2HIlp8MKU9pE+1hi1aSUy0h/wEkZUVVRFLwH48ntyqldxgZTFDeyh57KUZWcTcQHsoTYRkONZKcrKymqI9lGEwGzg0okXfSVZyg5XFDO0h2kP6V6miRUSLIkzaQ/owc2YR0aLvUESLD6a0h/Sp1rBFK4mJ9pCfILKyoipiCdiPx5NbtZIbrCxmaA8lj700I4uYG2gPpYmQDMdaSU5WVlO0hzIMZgOHRrToO8lKbrCymKE9RHtI/ypVtIhoUYRJe0gfZs4sIlr0HYpo8cGU9pA+1Rq2aCUx0R7yE0RWVlRFLAH78Xhyq1Zyg5XFDO2h5LGXZmQRcwPtoTQRkuFYK8nJymqK9lCGwWzg0IgWfSdZyQ1WFjO0h2gP6V+lihYRLYowaQ/pw8yZRUSLvkMRLT6Y0h7Sp1rDFq0kJtpDfoLIyoqqiCVgPx5PbtVKbrCymKE9lDz20owsYm6gPZQmQjIcayU5WVlN0R7KMJgNHBrRou8kK7nBymKG9hDtIf2rVNEiokURJu0hfZg5s4ho0XcoosUHU9pD+lRr2KKVxER7yE8QWVlRFbEE7Mfjya1ayQ1WFjO0h5LHXpqRRcwNtIfSREiGY60kJyurKdpDGQazgUMjWvSdZCU3WFnM0B6iPaR/lSpaRLQowqQ9pA8zZxYRLfoORbT4YEp7SJ9qDVu0kphoD/kJIisrqiKWgP14PLlVK7nBymKG9lDy2Eszsoi5gfZQmgjJcKyV5GRlNUV7KMNgNnBoRIu+k6zkBiuLGdpDtIf0r1JFi4gWRZi0h/Rh5swiokXfoYiAiWaMAAAbs0lEQVQWH0xpD+lTrWGLVhIT7SE/QWRlRVXEErAfjye3aiU3WFnM0B5KHntpRhYxN9AeShMhGY61kpysrKZoD2UYzAYOjWjRd5KV3GBlMUN7iPaQ/lWqaBHRogiT9pA+zJxZRLToOxTR4oMp7SF9qjVs0Upioj3kJ4isrKiKWAL24/HkVq3kBiuLGdpDyWMvzcgi5gbaQ2kiJMOxVpKTldUU7aEMg9nAoREt+k6ykhusLGZoD9Ee0r9KFS0iWhRh0h7Sh5kzi4gWfYciWnwwpT2kT7WGLVpJTLSH/ASRlRVVEUvAfjye3KqV3GBlMUN7KHnspRlZxNxAeyhNhGQ41kpysrKaoj2UYTAbODSiRd9JVnKDlcUM7SHaQ/pXqaJFRIsiTNpD+jBzZhHRou9QRIsPprSH9KnWsEUriYn2kJ8gsrKiKmIJ2I/Hk1u1khusLGZoDyWPvTQji5gbaA+liZAMx1pJTlZWU7SHMgxmA4dGtOg7yUpusLKYoT1Ee0j/KlW0iGhRhEl7SB9mziwiWvQdimjxwZT2kD7VGrZoJTHRHvITRFZWVEUsAfvxeHKrVnKDlcUM7aHksZdmZBFzA+2hNBGS4VgrycnKaor2UIbBbODQiBZ9J1nJDVYWM7SHaA/pX6WKFhEtijBpD+nDzJlFRIu+QxEtPpjSHtKnWsMWrSQm2kN+gsjKiqqIJWA/Hk9u1UpusLKYoT2UPPbSjCxibqA9lCZCMhxrJTlZWU3RHsowmA0cGtGi7yQrucHKYob2EO0h/atU0SKiRREm7SF9mDmziGjRdyiixQdT2kP6VGvYopXERHvITxBZWVEVsQTsx+PJrVrJDVYWM7SHksdempFFzA20h9JESIZjrSQnK6sp2kMZBrOBQyNa9J1kJTdYWczQHqI9pH+VKlpEtCjCpD2kDzNnFhEt+g5FtPhgSntIn2oNW7SSmGgP+QkiKyuqIpaA/Xg8uVUrucHKYob2UPLYSzOyiLmB9lCaCMlwrJXkZGU1RXsow2A2cGhEi76TrOQGK4sZ2kO0h/SvUkWLiBZFmLSH9GHmzCKiRd+hiBYfTGkP6VOtYYtWEhPtIT9BZGVFVcQSsB+PJ7dqJTdYWczQHkoee2lGFjE30B5KEyEZjrWSnKyspmgPZRjMBg6NaNF3kpXcYGUxQ3uI9pD+VapoEdGiCJP2kD7MnFlEtOg7FNHigyntIX2qNWzRSmKiPeQniKysqIpYAvbj8eRWreQGK4sZ2kPJYy/NyCLmBtpDaSIkw7FWkpOV1RTtoQyD2cChES36TrKSG6wsZmgP0R7Sv0oVLSJaFGHSHtKHmTOLiBZ9hyJafDClPaRPtYYtWklMtIf8BJGVFVURS8B+PJ7cqpXcYGUxQ3soeeylGVnE3EB7KE2EZDjWSnKyspqiPZRhMBs4NKJF30lWcoOVxQztIdpD+lepokVEiyJM2kP6MHNmEdGi71BEiw+mtIf0qdawRSuJifaQnyCysqIqYgnYj8eTW7WSG6wsZmgPJY+9NCOLmBtoD6WJkAzHWklOVlZTtIcyDGYDh0a06DvJSm6wspihPUR7SP8qVbSIaFGESXtIH2bOLCJa9B2KaPHBlPaQPtUatmglMdEe8hNEVlZURSwB+/F4cqtWcoOVxQztoeSxl2ZkEXMD7aE0EZLhWCvJycpqivZQhsFs4NCIFn0nWckNVhYztIdoD+lfpYoWES2KMGkP6cPMmUVEi75DES0+mNIe0qdawxatJCbaQ36CyMqKqoglYD8eT27VSm6wspihPZQ89tKMLGJuoD2UJkIyHGslOVlZTdEeyjCYDRwa0aLvJCu5wcpihvYQ7SH9q1TRIqJFESbtIX2YObOIaNF3KKLFB1PaQ/pUa9iilcREe8hPEFlZURWxBOzH48mtWskNVhYztIeSx16akUXMDbSH0kRIhmOtJCcrqynaQxkGs4FDI1r0nWQlN1hZzNAeoj2kf5UqWkS0KMKkPaQPM2cWES36DkW0+GBKe0ifag1btJKYaA/5CSIrK6oiloD9eDy5VSu5wcpihvZQ8thLM7KIuYH2UJoIyXCsleRkZTVFeyjDYDZwaESLvpOs5AYrixnaQ7SH9K9SRYuIFkWYtIf0YebMIqJF36GIFh9MaQ/pU61hi1YSE+0hP0FkZUVVxBKwH48nt2olN1hZzNAeSh57aUYWMTfQHkoTIRmOtZKcrKymaA9lGMwGDo1o0XeSldxgZTFDe4j2kP5VqmgR0aIIk/aQPsycWUS06DsU0eKDKe0hfao1bNFKYqI95CeIrKyoilgC9uPx5Fat5AYrixnaQ8ljL83IIuYG2kNpIiTDsVaSk5XVFO2hDIPZwKERLfpOspIbrCxmaA/RHtK/ShUtIloUYdIe0oeZM4uIFn2HIlp8MKU9pE+1hi1aSUy0h/wEkZUVVRFLwH48ntyqldxgZTFDeyh57KUZWcTcQHsoTYRkONZKcrKymqI9lGEwGzg0okXfSVZyg5XFDO0h2kP6V6miRUSLIkzaQ/owc2YR0aLvUESLD6a0h/Sp1rBFK4mJ9pCfILKyoipiCdiPx5NbtZIbrCxmaA8lj700I4uYG2gPpYmQDMdaSU5WVlO0hzIMZgOHRrToO8lKbrCymKE9RHtI/ypVtIhoUYRJe0gfZs4sIlr0HYpo8cGU9pA+1Rq2aCUx0R7yE0RWVlRFLAH78Xhyq1Zyg5XFDO2h5LGXZmQRcwPtoTQRkuFYK8nJymqK9lCGwWzg0IgWfSdZyQ1WFjO0h2gP6V+lihYRLYowaQ/pw8yZRUSLvkMRLT6Y0h7Sp1rDFq0kJtpDfoLIyoqqiCVgPx5PbtVKbrCymKE9lDz20owsYm6gPZQmQjIcayU5WVlN0R7KMJgNHBrRou8kK7nBymKG9hDtIf2rVNEiokURJu0hfZg5s4ho0XcoosUHU9pD+lRr2KKVxER7yE8QWVlRFbEE7Mfjya1ayQ1WFjO0h5LHXpqRRcwNtIfSREiGY60kJyurKdpDGQazgUMjWvSdZCU3WFnM0B6iPaR/lSpaRLQowqQ9pA8zZxYRLfoORbT4YEp7SJ9qDVu0kphoD/kJIisrqiKWgP14PLlVK7nBymKG9lDy2Eszsoi5gfZQmgjJcKyV5GRlNUV7KMNgNnBoRIu+k6zkBiuLGdpDtIf0r1JFi4gWRZi0h/Rh5swiokXfoYgWH0xpD+lTrWGLVhIT7SE/QWRlRVXEErAfjye3aiU3WFnM0B5KHntpRhYxN9AeShMhGY61kpysrKZoD2UYzAYOjWjRd5KV3GBlMUN7iPaQ/lWqaBHRogiT9pA+zJxZRLToOxTR4oMp7SF9qjVs0Upioj3kJ4isrKiKWAL24/HkVq3kBiuLGdpDyWMvzcgi5gbaQ2kiJMOxVpKTldUU7aEMg9nAoREt+k6ykhusLGZoD9Ee0r9KFS0iWhRh0h7Sh5kzi4gWfYciWnwwpT2kT7WGLVpJTLSH/ASRlRVVEUvAfjye3KqV3GBlMUN7KHnspRlZxNyg0h766KOP3CeffJKGNWMhAAEIQAACECgggTZt2ri2bds26MxVREuDjsyPIAABCEAAAhCAQAoCiJYUsBgKAQhAAAIQgEB2BBAt2bHnyBCAAAQgAAEIpCCAaEkBi6EQgAAEIAABCGRHANGSHXuODAEIQAACEIBACgKIlhSwGAoBCEAAAhCAQHYEEC3ZsefIEIAABCAAAQikIIBoSQGLoRCAAAQgAAEIZEcA0ZIde44MAQhAAAIQgEAKAoiWFLAYCgEIQAACEIBAdgQQLdmx58gQgAAEIAABCKQggGhJAYuhxSSwdetWN2PGDLd+/Xo3ZswYt3btWvf++++7k08+uZhAOGsIQAACGRFAtGQE3tphX3nlFbd48WI3dOhQ16xZs4rTl5v6zJkz3SWXXOL222+/zE5148aNbsKECe68885zPXr0aPA85HyWLVvmDjroILd8+XLXoUOHwBaipcFI+WHOCci1N23aNHf++ecnygFz5swJiFxwwQU5J8Pp7SwBRMvOEizx+/BmKavx8HPiiSeqX5AiIubOnVt3jJYtW7orr7wyUZJIe9qNIVrCisZLL71UNz0RCFLdaNWqVdopOy3RIucuYkUSqiTXVatWNXhOqU+CHxSCgMTVkiVLVOK+HDAR3xMnTnSbNm2qGyKC3of4bmzREp5b586dEy2sBIDkT2He0PwiPvvoo48SH68QgdwIJ4loUYYsN7hJkyYFq/toMpAA79Wr106t+MOpxtsV4Q1dLtxFixa5gQMHVq2GpD3txhQtUhUJ2e1MYtASLWlZMR4CSQmEMdquXbt6N7+oUE5qq9K4cIEzatSouhwkeeT22293p512mvpCp7FFi5yfMNu8eXPi6o4GV2w0PgFEiyLzUExEb7rlzEerJNEKiVzss2fPdr1793a33Xab69mz5w5KXi5OqbBUWyHEKz7Rak+YFGV+stoQkXX88ccHezfCSkd8fLn2ULxC8vOf/9z97W9/q9ceiq4ky1VPSvGLn2ulc5JziR5HkvGKFSvq2kPxEnSpNlb099Hzj/573CehUA197Wv1qhiqmKoRAuHNtlrbNV4licaY2NiyZYuTZC7XblSYyGmmEe/lrtNyeWn16tXBIk0+8TxWqT0UvWbkemrRokXwn7A9VC4/lnJbmDdkoRO2b6MLxnjOCPnEF2JxxuG4UNxJXp83b15wnpJ7n3nmmWBvWzjn6Dn5rHrXSOhmNg1EiyL6pHs54jfiaOKS5CP7MOIrr+g0k/R/4wIgnrhKVYSi1aBS48uJluj8ZZ4ifNasWVPXqoon5nLzLyVaomOTnFNUzIUJOEw+1URLfJ7z5893ffr0ca+99lqAXxJhfA7CcdasWXXnGia+iy++WKWqphiemKoxAkkXOfFrMZ5nSlVRoqeadJFT6TotVRGKV3bjeaycaCmXi8JFQqX8WGo/nczjrrvucsOGDQs2yUdzQKmccd9997lzzjnHieAKc5rkXVksDho0KGhFR+fQvHnzehvxw8q2/DYULZVYVNsDWGNhWfPTQbQouih+scVX4NGbp1QbwtVAtJTaunXrihvY4hdhvMoRVgE++OCDugu51EVWrd1T6uZcSrREVznhZtdoUm3fvn1wwcu5Rr8Pk0x0r0qpPS3RFWU0OZU6JxElca7RjbiVREupeZYLjaid+DHDao/8N5sKFS+uHJqK37zLVRFLXavRuIvePEthiouRUlWMatep2K22sTaa/yqNL3c+4TVT6jqudOzo9VhK4JXKNXKsSjmwWg6T31finlQo5jCsvZ8SokURcblKS/TG3q1bt3otmPDwYTmxmmipdFOMXoTRsm30FKOrmbgIKbWBOBQN5S7wUqXnKAc5HxEO0U3JMp9SLaJqVYy4CAzPS85JVk4ijqKtufjcKomWcJ6lnjQqJabKHbNaMlMMN0wZJ1Cp0hK9IcY33IenHV6b1URLuRtofLFU6TotJ0Licwuv60qipVRLLLw2w+s4uhlfbJVrt5TKP9HrvJJ4iOe0eH4Jj1luQRPnXo5FQx4iMB7aXqePaFHEG15AckOL9lTj1YhSq/NwGkk2sJXb9R69CEtVWqKnGr9gy1VwQhFQTrQ0pNJSDnm19lCpSkvUlq9KS1zsUGlRvGgKbqrcRvPoDbFaVbSaaCnXsozmmmqVxlJ5qVRlOWzNaFZaKoVIuYVMKJ42bNiwQ8U5tBfPl9HXNKSttFRigWjRvcgRLbo8g5Jj/Omh+I29nOiQqSQRLeWeHopehOHemLiAKnXBSs+1VFlVHo/s379/IMAqJc5o4hX78T0tSZ8AqrYRV2zLarDcOcW5xve0RL8P+9TRvTfxecqeFnnia+HChXUVnJDTD37wg6D9Ez8me1qUL6icmyv39FB8v4Rci+X2SVUTLWH1TwRFdJNuPNdUuk5L5aVSe2DC1wFUEi3xayTMmWEVuFJ+jIZDmC/atm1brxUbXTweffTR9XKGfFdqT4tUpqN7YWQOct3LKySSVFoqsUC06F7EiBZdnoG1Um2W+BMnDSmrxqdaqmwcT0rxkm+ldk901SIrFdkMXK3SInOKtk+kpCrJ9f7776/36GH0qQT5TamnokqJlnKbb6Ptpui+l+hxLr30Urd06dK6/TTxNs9FF13knnzyybp5xr8Pk2j0qQI5v0MOOaTskw5ybvGnNzyEGCZzRiB+fcTbIaXesRLGWRLRIrhK2Yi/P6rcdSqLoPi+kvj1IpvW5b0lsiG2kmiR76K5RuYg+Sb6JE6SVkulBx+iIkKqztH305R7eij+hGD4+HQS0VKJBaJF92JFtOjyxFoOCEjCk4+Pl27lAA+nAAEIQCAzAoiWzNBz4Fol4PMlfbV6zswLAhCAgAUCiBYLXmKOjUIgWuLlBXGNgpyDQAACEEhFANGSCheDIQABCEAAAhDIigCiJSvyHBcCEIAABCAAgVQEEC2pcDEYAhCAAAQgAIGsCCBasiLPcSEAAQhAAAIQSEUA0ZIKF4MhAAEIQAACEMiKAKIlK/IcFwIQgAAEIACBVAQQLalwMRgCEIAABCAAgawIIFqyIs9xIQABCEAAAhBIRQDRkgoXgyEAAQhAAAIQyIoAoiUr8hwXAhCAAAQgAIFUBBAtqXAxGAIQgAAEIACBrAggWrIiz3EhAAEIQAACEEhFANGSCheDIQABCEAAAhDIigCiJSvyHBcCEIAABCAAgVQEEC2pcDEYAhCAAAQgAIGsCCBasiLPcSEAAQhAAAIQSEUA0ZIKF4MhAAEIQAACEMiKAKIlK/IcdwcCc+bMcb169XI9evSADgQgAAEIQGAHAoiWnAXFgAlHlj2jBWOer/fd4sWL3dy5c+v+rUOHDm7MmDGuVatWmVCpNdHyf16eVpbDz384rN53GzdudLNnz3aDBg1S5/fKK68EfvLlm61bt7oZM2a4l156KTinUaNG1QnH8Lv169erH/+ZtY9UjLOj9zu13vdr1651ixYtcgMHDnTNmjVTi9HwHEUsn3zyyWp2o4Zk7hMnTnSbNm1y0ess+u8tW7Z0V155pdtvv/3U5vDOhv9b1lan1l12+E5ygny0Och5zpw5011yySWq5xc9AckfS5YsCf7pvPPOqzuHaJ7r2bOnGzp0qGr8qDkLQ4kIIFoSYbIzKK1oiSYoubgXLlyonjiT0kO0JCWlO078/v7777sLLrjAyQ380Ucfdaeccor74IMPghvN6aef7p588kk3bNgwVUFWK6JFl+aO1kJRJEJAhJHcwOU/P/rRj9z8+fNdnz59ghu5+EEEquZNtVZEi2/Gwk34hewefPBBd9xxxwWHXbp0aRDDjSFOfZ8n9p1DtOQsCnZGtAgKEQ7ykRuYVA8mTJgQ3NDkIyvwbt261VuVh6vG5s2b1/v3cKUTViA6deoUrJJlNTl8+HD3wAMPBCv76MpHjt2mTZvgpikr0hNPPLFuHlLFkI/8ptQ8fKygGlppibOIrqzLnaOcWyne4U0urDCIkLj33nvd5s2b3bp16wKBKb+bNGlSXSRHKyVJwjsqWkqNlxvsXXfdVVOiZfXq1fXOuVy8hXEbthzl5hayivslbE2G14Cs2sMYjK7W01ZE4qKlnE/iN94kvqs2ZmdES7RyET3nsOIlx162bFlwTYcVonjVLu4XqUTKJ349i2iL5pqQe7XzC79Pwk6uk2nTprnzzz/fW7Un6XwZ13ACiJaGs6vJX+6saAkv/osuuihoSZx22mnBBV6q/RG92UWrJJK4br/99uC3rVu3DpKRJCFZaYbJPyo8whWo2Pjoo4+C1ZJ8pGUh34UJLbQRF1fh/5ebkGZZu6GiJd5ei5bco+cYVjKkZN6+ffs6ZnHeGzZsqGuLyG+kzXDxxRfXrdqjZfeGCIzojaaU4GmIzSQXh1alJRqbctx4vIXVC2EXbS/Jvy9fvjwQxtH4jfpI2lDx9lySG2T8/MM2kNzgy7X55LjaMbwzoiV6DlFW4bmEMRhd6FTKA2H7NO6jeAUkqciLMw5FVrQ1JGOigjOtoE8Sx4xpXAKIlsbl7f1oGqJFEvmZZ55Zb+UjE4+vtsLVd7yyEJ6kJAi5AUf3esQTfvyGHt2IG3539NFH17MRFUVh/78hN5JqztgZ0RJd0ctxwpVjNXEXVrWivOV/Ryst5W68Mq5cwo+umssl7rDS065du3otiloULaGoDffhhLEpIjkab9F9MPHqjNgIK3Tz5s2r2wQeb1PG93mUWrFHq2SV9oaFcRG/sfqIXzm/nREt0f02UVblxN8555xTr9paLg/Iv0d9VG1BFNqJzqdcZbXSHqzwu7Zt2wZClY9NAogWm34rO+udFS3hai8uFKIHjIuGUiIiHB9PSBqipdRNw0fSb6hokXOPlqGTVqTKbeSN3njjN4x4a6ehq9TQX6V+X4ui5amnnqrbhxONh2qiJayslFqlR9tDUfEcr4DsbJshztMX350RLccff3xdpVNaa9Hrq5JoCSus8c3E8WpYXFjG24/VWpbV0na5qpWPPFFtLnyvSwDRosszc2s7I1rkgp41a1bQn5Z2hbRnSj1RUSohREvEUQhpRUvYHtqyZUtQ6ZEVabxaI/ajx/O1wS6NaIneeKIrybAKFa7uylVaKvGuJFriT2U05Emj6GbQUjdkXzfVtO2h6A1HRIt8pB0YjdtKoiXajovfVOPtoahoiTNNu2FWmN53331OKhFhuyncNCrVH59PhqWttITXtoiWqACJtzUrtdnEL/FKRiXREr9+w6qVXPtJX38gPKXCJeOjwlvmItXLsG1cLk9lnriZQGICiJbEqGwMTCtaKj3yHN8YKklB9puImAnbGGFZPrzpVivXV6u0COXwscX4Rtzo48TxDX9pN+4l8WYS0RJlFJ1DtI8u/x4m8nKiJdzHEt2MGLYZ4nta4o/9RltRaTeJyrzibYCwfRT3v4zV5JxUtETnF93YGbLq2rWra9GihTvrrLOCPVTl2kOhYIhuWi7Vtiv1FFvUnw15NUCp35dqqzbEf5ViOaloCecXPX40ruQJJ/nI4+aV9gbFr8tSbbuoqA/3f8VjLd4+q3a9lvt9fD4+NuxXmxvf6xJAtOjyxBoEIAABCEAAAp4IIFo8gcUsBCAAAQhAAAK6BBAtujyxBgEIQAACEICAJwKIFk9gMQsBCEAAAhCAgC4BRIsuT6xBAAIQgAAEIOCJAKLFE1jMQgACEIAABCCgSwDRossTaxCAAAQgAAEIeCKAaPEEFrMQgAAEIAABCOgSQLTo8sQaBCAAAQhAAAKeCCBaPIHFLAQgAAEIQAACugQQLbo8sQYBCEAAAhCAgCcCiBZPYDELAQhAAAIQgIAuAUSLLk+sQQACEIAABCDgiQCixRNYzEIAAhCAAAQgoEsA0aLLE2sQgAAEIAABCHgigGjxBBazEIAABCAAAQjoEqgTLa+99trSpk2b/ljXPNYgAAEIQAACEICADoFt27b97/8Dx0iCGvSBvUEAAAAASUVORK5CYII=">
            <a:extLst>
              <a:ext uri="{FF2B5EF4-FFF2-40B4-BE49-F238E27FC236}">
                <a16:creationId xmlns:a16="http://schemas.microsoft.com/office/drawing/2014/main" id="{8530CDD4-D0D7-AC5D-3A9C-F750B41F04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pt-BR" sz="900"/>
          </a:p>
        </p:txBody>
      </p:sp>
      <p:sp>
        <p:nvSpPr>
          <p:cNvPr id="24" name="AutoShape 2" descr="data:image/png;base64,iVBORw0KGgoAAAANSUhEUgAAAi0AAAFTCAYAAAD1KTxeAAAAAXNSR0IArs4c6QAAIABJREFUeF7tnQuwFdXxrxdEA6L8QUQkCDFKeBiVoKIilokay2hELLSIFY1WNEEkBhGJgAqCoIjKW4kSFSsYpLyUoqIlUVT+iYUvMD4CSq6oxAcGX1Aogg+41ZPMuXOG/Zg59Dqze+bbVakk7LV71nzd0/Nb3WvmNHF8IAABCEAAAhCAgAECTWSOa9eu3b5lyxYD02WKEIAABCAAAQgUkcC2bdv+NxAtq1ev3t61a9ciMuCcIQABCEAAAhAwQOCf//ynQ7QYcBRThAAEIAABCBSdAKKl6BHA+UMAAhCAAASMEEC0GHEU04QABCAAAQgUnQCipegRwPlDAAIQgAAEjBBAtBhxFNOEAAQgAAEIFJ0AoqXoEcD5QwACEIAABIwQQLQYcRTThAAEIAABCBSdAKKl6BHA+UMAAhCAAASMEEC0GHEU04QABCAAAQgUnQCipegRwPlDAAIQgAAEjBBAtBhxFNOEAAQgAAEIFJ0AoqXoEcD5QwACEIAABIwQQLQYcRTThAAEIAABCBSdAKKl6BHA+UMAAhCAAASMEEC0GHEU04QABCAAAQgUnQCipegRwPlDAAIQgAAEjBBAtBhxFNOEAAQgAAEIFJ0AoqXoEcD5QwACEIAABIwQQLQYcRTThAAEIAABCBSdAKKl6BHA+UMAAhCAAASMEEC0GHEU04QABCAAAQgUnQCiJUEEbN682S1YsMAtWrTIffzxx27fffd1gwcPdn369HFNmjRx1b7/8ssv3eOPP+7mz5/v3nvvPbfXXnu5c88915166qlul112STADhkAAAhCAAAQggGipEgNfffWVu+GGG9wTTzxRb+Qee+zhJk+e7A444ICK33fr1s3NmTPH3X333fV+37RpUzdu3Dh37LHHEoUQgAAEIAABCCQggGhJIFpuvvlmd/jhh7tjjjnGffjhh+6qq65yb731lhsyZIg77bTTXKXvzzjjDDd37ly3++67u759+zoRQddcc41bvny569evnxs2bFgCNzEEAhCAAAQgAAFES8oY+OKLL9zVV1/tXnzxRXf99de7I488sp6Fat9v377dTZ061T388MOB6BFRwwcCEIAABCAAgeoEEC3VGdUb8fzzzweipXv37m7ChAmuZcuWqb5/88033YgRI1yzZs3clClTXPv27VPOgOEQgAAEIACBYhJAtKTw+7vvvhsIls8//9xNnDjRde7cud6vq32/YcOGoDqzcuVKN3r0aNe7d+8UR2coBCAAAQhAoNgEEC0J/f/qq6+6a6+9NqiQyJ6U/fffv94vq30vgmb8+PFu/fr1gWDp1atXwiMzDAIQgAAEIAABIYBoqRIHsgfl0UcfdTNnzgw2415++eWudevWdb+q9r0MlE23InjatWsXVGo6duxI9EEAAhCAAAQgkJIAoqUKMGnpXHbZZcHTQvGPvKdl6NChbtSoUWW/HzlyZPBI9LJly3b4vVRrZFNuVASl9B/DIQABCEAAAoUhgGip4upNmzYFomTVqlUlRYs8sjx27Niy319xxRVu+vTpO7znRYwhWgpznXGiEIAABCCgQADRogARExCAAAQgAAEI+CeAaPHPmCNAAAIQgAAEIKBAANGiABETEIAABCAAAQj4J4Bo8c+YI0AAAhCAAAQgoEAA0aIAERMQgAAEIAABCPgngGjxz5gjQAACEIAABCCgQADRogARExCAAAQgAAEI+CeAaPHPmCNAAAIQgAAEIKBAANGiABETEIAABCAAAQj4J4Bo8c+YI0AAAhCAAAQgoECg0KJlwIQjFRA2jokFY55vnANxFAhAAAIQgECNEkC01Khj4tNCtBhxFNOEAAQgAAFvBBAt3tDqGka06PLEGgQgAAEI2COAaDHiM0SLEUcxTQhAAAIQ8EYA0eINra5hRIsuT6xBAAIQgIA9AogWIz5DtBhxFNOEAAQgAAFvBBAt3tDqGka06PLEGgQgAAEI2COAaDHiM0SLEUcxTQhAAAIQ8EYA0eINra5hRIsuT6xBAAIQgIA9AogWIz5DtBhxFNOEAAQgAAFvBBAt3tDqGka06PLEGgQgAAEI2COAaDHiM0SLEUcxTQhAAAIQ8EYA0eINra5hRIsuT6xBAAIQgIA9AogWIz5DtBhxFNOEAAQgAAFvBBAt3tDqGka06PLEGgQgAAEI2COAaDHiM0SLEUcxTQhAAAIQ8EYA0eINra5hRIsuT6xBAAIQgIA9AogWIz5LI1pWrlzppk6d6t5++2130003ucMOO6zuLOW72267zb3++utu27ZtrmvXru53v/udO+igg9zWrVvd+PHj3bJly+pR6devnxs2bJgRUkwTAhCAAATySgDRYsSzSUTL119/7ebNm+f+/Oc/O/nf8rnxxhvdEUccEfzvd955x/3+979369evr3fWHTt2dFOmTHH/8z//48aNG+eee+45RIuRuGCaEIAABIpEANFixNtJRMunn37qRo8e7fr27euefPJJt3z58nqi5YUXXnAjRoxwJ5xwghs5cqT74osvgvEiZkS07LvvvoFoWbdunZs+fbrbc889jdBhmhCAAAQgUAQCiBYjXk4iWrZv3x6cjbR5wopJtNKyZs0aN3z4cNemTRs3duzYOtHSvXv3QLzIJ1pp2WWXXYLW0tChQ12HDh2MkGKaEIAABCCQVwKIFiOeTSJawlPZsmVLSdEiokb2q8h+l08++SQY3rt376D6IlWV6O+iWDp37uwmTZrk2rZta4QW04QABCAAgTwSQLQY8aqGaJF9LgsXLnR33nlnIEA2bdrkPvvsM3fmmWe6Cy+80EllJfyIwFm1alVQkZG2U3xDrxFsTBMCEIAABHJEANFixJkaomXx4sWB+Bg0aJAbMGCA+/LLL4MKyl//+tegMnPsscfWo1GuYmMEGdOEAAQgAIGcEUC0GHGohmiZNm2ae+ihh9zgwYPrRMusWbPcokWL3JAhQ1zPnj3d008/7fr37+/22GMPt2LFCnfttde6b775xk2ePNl169bNCC2mCQEIQAACeSSAaDHi1SSiRdo9sj9F3sES/bRo0SIQHWvXrg0qLfJ+luhHBIp8L+0h2ai7cePGet9L++iiiy6q1z4ygo1pQgACEIBAjgggWow4U0O0dOnSxT3yyCPu3nvvDR5rFpEiTw7JfpaDDz44ICEbdW+99Vb33nvvub322svJi+XOOuss16xZMyOkmCYEIAABCOSVAKLFiGeTiBYjp8I0IQABCEAAAg0igGhpELbG/xGipfGZc0QIQAACEKgtAoiW2vJH2dkgWow4imlCAAIQgIA3AogWb2h1DSNadHliDQIQgAAE7BFAtBjxGaLFiKOYJgQgAAEIeCOAaPGGVtcwokWXJ9YgAAEIQMAeAUSLEZ8hWow4imlCAAIQgIA3AogWb2h1DSNadHliDQIQgAAE7BFAtBjxGaLFiKOYJgQgAAEIeCOAaPGGVtcwokWXJ9YgAAEIQMAeAUSLEZ8hWow4imlCAAIQgIA3AogWb2h1DQ/o9wtdg56s/fyHwzxZxiwEIAABCBSdAKLFSAQgWow4imlCAAIQgIA3AogWb2h1DSNadHliDQIQgAAE7BFAtBjxGaLFiKOYJgQgAAEIeCOAaPGGVtcwokWXJ9YgAAEIQMAeAUSLEZ8hWow4imlCAAIQgIA3AogWb2h1DSNadHliDQIQgAAE7BFAtBjxGaLFiKOYJgQgAAEIeCOAaPGGVtcwokWXJ9YgAAEIQMAeAUSLEZ8hWow4imlCAAIQgIA3AogWb2h1DSNadHliDQIQgAAE7BFAtBjxGaLFiKOYJgQgAAEIeCOAaPGGVtdwHkXL1q1b3Z/+9Ce3YMECd+SRR7qrr77aNWvWLAD34IMPuunTp9eD+N3vfjf4tz333NNt3rzZ3XPPPe6BBx5wn3/+udt3333d4MGDXZ8+fVyTJk104WMNAhCAAARqggCipSbcUH0SeRMtb731lrv22mvdm2++GZz8UUcd5caNG+eaN28e/P/777/f3XzzzWVFi3wnY6KfVq1auSlTprjOnTtXB8oICEAAAhAwRwDRYsRleRMtIjhWrlzpDj/8cHfTTTeVFS033nijO+KII3bw0h133OG6dOnijjnmGPfhhx+6q666yokQKjfeiJuZJgQgAAEIVCCAaDESHnkTLdu3bw/IL1++3I0YMaJqpaVc+0fsvP76627MmDHuW9/6lps8ebLr1KmTEa8yTQhAAAIQSEMA0ZKGVoZj8yZaQpQvvPBCItEi47/97W+7a665xvXu3dtt2LDBXXbZZUF1RT777LNPUG055JBDMvQSh4YABCAAAZ8EEC0+6SraLppoiaL79NNPgxbSM88848444ww3ZMiQHUSLjD/ggAPc6NGj3f77769IHlMQgAAEIFArBBAtteKJKvMosmgRNOHG3H79+rlhw4bVoyVVl9mzZ7vFixe7008/3Q0dOpQniIzENdOEAAQgkIYAoiUNrQzHFkm0bNmyxc2dO9f99Kc/dfKYs2y0nTRpkvv73//uLrzwQnfKKae4GTNmuAEDBrgDDzzQffnll27WrFlu0aJF7qSTTgraTbK/hQ8EIAABCOSLAKLFiD/zJlr+8pe/BEIk/hHRcckll7gJEya45557rt7X3//+993EiRODx6JFmMgG3OhH3vEyfvz44J0vmp+vv/46EER33nmna9eunZs6dapr3bp1vUPIhuC77rrLzZs3L/h3qQb17du3ZBtLvpcWl7S6+Ngn8P777wdPrb388svu0ksvDap98c+7774bxOy6deucxLFsGJdH9Ku9j8g+Hc4AAroEEC26PL1ZK5JokeT+73//O6imvPjii0HV5Oijj3YDBw50HTp0CBjLjSL8Xv5/9+7dgyrMwQcfrNoa+vjjj93111/vVqxYERw3+oK7qLNXrVrlRo4c6T777LPgn0NRIvtx5Eb2r3/9q15sIFq8XSqNZliEqrQkpconLzgsJ0ZF9Mr7g2RsPIaqvY+o0U6GA0HACAFEixFH5U20GMHu5OkmaVX179/fzZw5M1gdh2/lDc9B2lnyYrw33njDHXrooW7JkiU7iJbvfOc79V6eZ+X8mWd5AuL36667zvXs2dNJIn3sscdKVtCeffZZN3bs2OBtzatXr3a77rprXQyFooX3CxFpEEhGANGSjFPmoxAt2bggfJ+MvLl3+PDhJUWLrKDl6abf/va3wSRvueWWspUWaWGdcMIJQVUo3mLK5gw56s4Q+Oabb4JK4LRp09xDDz20g2jZuHGjGzVqlJM/WSEVRKnayScUvvFKC3+OYme8wW+LQADRYsTLiJZsHbVmzZqSouWDDz4I/n3vvfcO9uE8/vjjwZ8fqNYeiv/ZgmzPjqPvLIFSokUEr/x9rDlz5gQvP/zhD38YtAoriRb5Lvo+op2dF7+HQN4IIFqMeBTRkq2jSokWuSn98Y9/dAsXLnQ33HBDcFMKV86l9qzI3oZly5YFm4lbtGgRbOj93ve+l+2JcXQVAqVEi+xjkhcg9ujRI6i2yL6XuGiJHrzU+4hUJocRCOSIAKLFiDMRLdk6qpRoCfeyxJ9yCmf6i1/8ImgDxW9McuOStgF/3DFbn2oevZRoCd/2XOo48hSa+L9jx471vq70PiLN+WILAlYJIFqMeA7Rkq2jSokW2acgj1hL9aTUR0SL/LFH2Q8jjz/L3gfZpCs3uPCmJf/Nxz6BUqJFnny7/PLL3bZt23Y4QfG7VNyeeOKJsu8jkvjhAwEI1CeAaDESEYiWbBz1yiuvBDceeYFd9CMlf7np7L777iVXymF7qNRqu2nTpu7iiy8Onkhq0qRJNifGUXeawFdffRXEwNKlS3ewJU+T/fjHPy5ZZZN/lI24u+22W/BEWbn3Eck+KT4QgACipY7AgAm6LyHzGVyIFp90y9tOK1rCl4WFLxmTfSyPPPKIu/vuu52880WeDjn77LODN/fusssu2ZwUR1UhkFa0hH/kUw4evqAw+r6hUu8jUpkoRiCQIwJUWow4E9FixFFMEwIQgAAEvBFAtHhDq2sY0aLLE2sQgAAEIGCPAKLFiM+siJZOrbsaIerc0fudamauTBQCEIAABFzw9ulgJ+Dq1au3d+1q54aj4Tz2tGhQrG8D0aLPFIsQgAAEIPAfAogWI5FApUXfUVRa9JliEQIQgIBPAogWn3QVbSNaFGH+1xSiRZ8pFiEAAQj4JIBo8UlX0TaiRREmokUfJhYhAAEINAIBREsjQNY4BKJFg2J9G1Ra9JliEQIQgIBPAogWn3QVbSNaFGFSadGHiUUIQAACjUAA0dIIkDUOgWjRoEilRZ8iFiEAAQg0HgFES+Ox3qkjIVp2Cl/JH3dsZeMR/06tu+ifPBYrErDyOoQFY57HkxAoFAFEixF3I1r0HYVo0WeaF4uIlrx4kvPIGwFEixGPIlr0HYVo0WeaF4t5FC3yxzsXLVrk7rzzTteuXbu6P9ooPtu+fbtbtWqVmzNnjpM/Eip/vPGEE05wF154oWvdunXw/T/+8Q/3hz/8IXi516677lrve22/yx+SvPHGG93LL7/swj8+Gh7j3XffDc7hmWeecd9884077LDD3NChQ12HDh2CIZs3b3b33HOPe+CBB9znn38e/JHSwYMHuz59+qj/VfVKTOUvwz/++ONu/vz57r333nN77bWXO/fcc92pp54a/LHUxmaq7aOs7CFasiKf8riIlpTAEgxHtCSAVNAheRMt8hfGr7/+erdixYrAo9/97nfd9OnT3Z577hn8/5UrV7rhw4e7rVu31vP4z372M3fZZZe5d955J/jvTz/9tN73p59+eiAYmjQJXqy+0x+5kS9evNjNmjUrEBzyGTJkiDvjjDOC/y03/8svv9ytW7eu3rEOPfRQd+2117oWLVq4m2++2d1///31vm/VqpWbMmWK69y5807PMTRQjakIQPnr7tFP06ZN3bhx49yxxx7r3n777UZhqnbCNWII0VIjjqg2DURLNULpv0e0pGdWlF/kTbS88MILbu7cua5///5u5syZTm7iUdHy6quvukcffdT96le/cnvvvbdbsGCBu/XWW+vEjYiVhx56yJ199tn1vj/qqKOCm3Dz5s1VQmPLli3uuuuucz179gwqOo899lg90RJWWWSeIryefvrpQKzstttudaLkjjvucF26dHHHHHOM+/DDD91VV13l3nrrraByc8QRR6jMU4xUYyq8d999d9e3b1/31VdfuWuuucYtX77c9evXzw0bNsy9+eabjcJU7YRrxBCipUYcUW0aiJZqhNJ/j2hJz6wov8ibaJEKhnzkRikVlbhoifv12WefdVdccYUrJUqkGjN79my3cOFCd84557hf//rXapUWmYe0fKQ9NW3atOCmHq20xOf5xhtvBOcjFaOpU6e6Nm3a1A2Rc3799dfdmDFjAnuTJ092nTp1UgvhNExlrMzv4YcfLnk+vpmqnXQNGEK01IATkkwB0ZKEUroxiJZ0vIo0Om+iJfTdmjVrqooWqXZI9UL2jMgN/7jjjgt+/uCDDwbVmfAjVZtBgwa5Zs2aeQmNaqJFxI2IJ6kK/eY3vwmqQNKm2rBhQ9B2keqKfPbZZ5+g2nLIIYd4mWcSpiIWR4wYEbCSNlX79u0zYeoFQCMbRbQ0MvCGHg7R0lBy5X+HaNFnmheLRRUtsrFURIDsxxBRIhtxZdNoKdEi//7LX/4yqLaEYzT9X0m0SOXiqaeeClo+Ug0aOXJksJ9FPnHRIv92wAEHuNGjR7v9999fc4qBrWqiReYj+4lk35DMoXfv3nVziAtB30zVTz4Dg4iWDKA35JCIloZQq/wbRIs+07xYLKJokRaF7GN55JFHgqqFPOlSSoyIsHnppZeCaox8tDe4hjFUTrTI8WWj7e233+5+8pOfuEsuuaROsMTjTwSDVGNkc6/2puHwWJVEi+zBGT9+vFu/fn0gWHr16lXyEmkspnm4PhEtRryIaNF3FKJFn2leLBZNtMiTMHJzDW/A0hKKPhEkezE++eSToPqyxx57BI9HS8tFNpjKXpEDDzxQ3fWlRIs8ziwbiZ944gk3cODA4KmiqLASkTJjxgw3YMCAYE7y2LE8iSSPep900klBi0b2t2h+yokW2XQrwk4eL7/66qtdx44d6x02C6aa552VLURLVuRTHhfRkhJYguGIlgSQCjokb6JF3r0ijwrLTTz66dGjh5s4caJbsmRJvf0q4Rh5RPemm24KnsKZNGnSDtEgT+hIBUHr6SERQTKfpUuX7nAseUqpZcuWwXls27Zth+/lfS7ybhkRJrIBN/qRvSQiyo488ki1iK7EdOzYsUEFatmyZTscT1pUsin3ueeeaxSmaidcI4YQLTXiiGrTQLRUI5T+e0RLemZF+UXRRItsupV9F3ExEIoWETfSNpL3jkhVRl44Jy9JkzZSuJdEIzaqiZa2bduWfJ+MHDt8CZ28mE6qLS+++GIwpe7duwd7cw4++GDVp5wqiRZ5vPmWW24JKkLxTyhapGLVGEw1/FJLNhAtteSNCnNBtOg7CtGizzQvFvMmWvLiF84DAogWIzGAaNF3FKJFn2leLCJa8uJJziNvBBAtRjyKaNF3FKJFn2leLCJa8uJJziNvBBAtRjyKaNF3FKJFn2leLCJa8uJJziNvBBAtRjyKaNF3FKJFn2leLCJa8uJJziNvBBAtRjyKaNF3FKJFn2leLCJa8uJJziNvBBAtRjyKaNF3FKJFn2leLCJa8uJJziNvBBAtRjyKaNF3FKJFn2leLCJa8uJJziNvBBAtRjyKaNF3FKJFn2leLCJa8uJJziNvBBAtRjyKaNF3FKJFn2leLCJa8uJJziNvBBAtRjyKaNF3FKJFn2leLCJa8uJJziNvBBAtRjyKaNF3FKJFn2leLFoRLVbygsRFp9ZdTYSHlbzwH6ZdTDDVnCSiRZOmR1tWkpOVxCSuspKcipiYPF5KiUwjWhJhSjXISm6wkhcQLatXb+/a1YYSTnWlVBhsJTHJKSBatLz+/+1YSU6IFn3fV7NoJTdYyQtUWqpFXMO+L2JuoNLSsFhp9F9ZSU5WVlNUWho9hE0dENGi7y4rucHKYoZKC5UW/atU0SKiRRHmf01ZSU5FXE3pezudRURLOl5JRiNaklBKN6aIuYFKS7oYyWw0okUfPaJFn2leLCJa9D2JaPHBlI24+lRr2KKVxCQIES36gYRo0WeaF4tWcoOVvPCfVoaNPZNW8gLtIdpDNZ1vrSQnK4mJPS01He6ZTw7Rou8CK7kB0aLve02LtIc0aXq0hWjRh2slORWxb63v7XQWES3peCUZjWhJQindmCLmBkRLuhjJbDSiRR89okWfaV4sIlr0PYlo8cGUPS36VGvYopXExJ4WP0GEaPHDNQ9WreQGK4sZ9rT4uSqotPByOT+RpWDVSnKysppiT4tCUObYBKJF37lWcoOVxcx/hCCVFv1IrWGLVhITlRY/QWQlORUxMfnxeHKrVnKDlcUMlZbksZdmZBFzA3ta0kRIhmOtJCcrqykqLRkGs4FDI1r0nWQlN1hZzFBp4ZFn/atU0SKiRRHmf01ZSU5FXE3pezudRURLOl5JRiNaklBKN6aIuYFKS7oYyWw0okUfPaJFn2leLCJa9D2JaPHBlD0t+lRr2KKVxCQIES36gYRo0WeaF4tWcoOVvPCfVgZvxNW+Pqi08PSQdkyp2bOSnKwkJva0qIVmLg0hWvTdaiU3WFnMsKeFPS36V6miRUSLIkz2tOjDzJlFRIu+QxEtPpjSHtKnWsMWrSQm2kN+gsjKiqqIJWA/Hk9u1UpusLKYoT2UPPbSjCxibmAjbpoIyXCsleRkZTVFeyjDYDZwaESLvpOs5AYrixnaQ7SH9K9SRYuIFkWYtIf0YebMIqJF36GIFh9MaQ/pU61hi1YSE+0hP0FkZUVVxBKwH48nt2olN1hZzNAeSh57aUYWMTfQHkoTIRmOtZKcrKymaA9lGMwGDo1o0XeSldxgZTFDe4j2kP5VqmgR0aIIk/aQPsycWUS06DsU0eKDKe0hfao1bNFKYqI95CeIrKyoilgC9uPx5Fat5AYrixnaQ8ljL83IIuYG2kNpIiTDsVaSk5XVFO2hDIPZwKERLfpOspIbrCxmaA/RHtK/ShUtIloUYdIe0oeZM4uIFn2HIlp8MKU9pE+1hi1aSUy0h/wEkZUVVRFLwH48ntyqldxgZTFDeyh57KUZWcTcQHsoTYRkONZKcrKymqI9lGEwGzg0okXfSVZyg5XFDO0h2kP6V6miRUSLIkzaQ/owc2YR0aLvUESLD6a0h/Sp1rBFK4mJ9pCfILKyoipiCdiPx5NbtZIbrCxmaA8lj700I4uYG2gPpYmQDMdaSU5WVlO0hzIMZgOHRrToO8lKbrCymKE9RHtI/ypVtIhoUYRJe0gfZs4sIlr0HYpo8cGU9pA+1Rq2aCUx0R7yE0RWVlRFLAH78Xhyq1Zyg5XFDO2h5LGXZmQRcwPtoTQRkuFYK8nJymqK9lCGwWzg0IgWfSdZyQ1WFjO0h2gP6V+lihYRLYowaQ/pw8yZRUSLvkMRLT6Y0h7Sp1rDFq0kJtpDfoLIyoqqiCVgPx5PbtVKbrCymKE9lDz20owsYm6gPZQmQjIcayU5WVlN0R7KMJgNHBrRou8kK7nBymKG9hDtIf2rVNEiokURJu0hfZg5s4ho0XcoosUHU9pD+lRr2KKVxER7yE8QWVlRFbEE7Mfjya1ayQ1WFjO0h5LHXpqRRcwNtIfSREiGY60kJyurKdpDGQazgUMjWvSdZCU3WFnM0B6iPaR/lSpaRLQowqQ9pA8zZxYRLfoORbT4YEp7SJ9qDVu0kphoD/kJIisrqiKWgP14PLlVK7nBymKG9lDy2Eszsoi5gfZQmgjJcKyV5GRlNUV7KMNgNnBoRIu+k6zkBiuLGdpDtIf0r1JFi4gWRZi0h/Rh5swiokXfoYiAiWaMAAAbs0lEQVQWH0xpD+lTrWGLVhIT7SE/QWRlRVXEErAfjye3aiU3WFnM0B5KHntpRhYxN9AeShMhGY61kpysrKZoD2UYzAYOjWjRd5KV3GBlMUN7iPaQ/lWqaBHRogiT9pA+zJxZRLToOxTR4oMp7SF9qjVs0Upioj3kJ4isrKiKWAL24/HkVq3kBiuLGdpDyWMvzcgi5gbaQ2kiJMOxVpKTldUU7aEMg9nAoREt+k6ykhusLGZoD9Ee0r9KFS0iWhRh0h7Sh5kzi4gWfYciWnwwpT2kT7WGLVpJTLSH/ASRlRVVEUvAfjye3KqV3GBlMUN7KHnspRlZxNxAeyhNhGQ41kpysrKaoj2UYTAbODSiRd9JVnKDlcUM7SHaQ/pXqaJFRIsiTNpD+jBzZhHRou9QRIsPprSH9KnWsEUriYn2kJ8gsrKiKmIJ2I/Hk1u1khusLGZoDyWPvTQji5gbaA+liZAMx1pJTlZWU7SHMgxmA4dGtOg7yUpusLKYoT1Ee0j/KlW0iGhRhEl7SB9mziwiWvQdimjxwZT2kD7VGrZoJTHRHvITRFZWVEUsAfvxeHKrVnKDlcUM7aHksZdmZBFzA+2hNBGS4VgrycnKaor2UIbBbODQiBZ9J1nJDVYWM7SHaA/pX6WKFhEtijBpD+nDzJlFRIu+QxEtPpjSHtKnWsMWrSQm2kN+gsjKiqqIJWA/Hk9u1UpusLKYoT2UPPbSjCxibqA9lCZCMhxrJTlZWU3RHsowmA0cGtGi7yQrucHKYob2EO0h/atU0SKiRREm7SF9mDmziGjRdyiixQdT2kP6VGvYopXERHvITxBZWVEVsQTsx+PJrVrJDVYWM7SHksdempFFzA20h9JESIZjrSQnK6sp2kMZBrOBQyNa9J1kJTdYWczQHqI9pH+VKlpEtCjCpD2kDzNnFhEt+g5FtPhgSntIn2oNW7SSmGgP+QkiKyuqIpaA/Xg8uVUrucHKYob2UPLYSzOyiLmB9lCaCMlwrJXkZGU1RXsow2A2cGhEi76TrOQGK4sZ2kO0h/SvUkWLiBZFmLSH9GHmzCKiRd+hiBYfTGkP6VOtYYtWEhPtIT9BZGVFVcQSsB+PJ7dqJTdYWczQHkoee2lGFjE30B5KEyEZjrWSnKyspmgPZRjMBg6NaNF3kpXcYGUxQ3uI9pD+VapoEdGiCJP2kD7MnFlEtOg7FNHigyntIX2qNWzRSmKiPeQniKysqIpYAvbj8eRWreQGK4sZ2kPJYy/NyCLmBtpDaSIkw7FWkpOV1RTtoQyD2cChES36TrKSG6wsZmgP0R7Sv0oVLSJaFGHSHtKHmTOLiBZ9hyJafDClPaRPtYYtWklMtIf8BJGVFVURS8B+PJ7cqpXcYGUxQ3soeeylGVnE3EB7KE2EZDjWSnKyspqiPZRhMBs4NKJF30lWcoOVxQztIdpD+lepokVEiyJM2kP6MHNmEdGi71BEiw+mtIf0qdawRSuJifaQnyCysqIqYgnYj8eTW7WSG6wsZmgPJY+9NCOLmBtoD6WJkAzHWklOVlZTtIcyDGYDh0a06DvJSm6wspihPUR7SP8qVbSIaFGESXtIH2bOLCJa9B2KaPHBlPaQPtUatmglMdEe8hNEVlZURSwB+/F4cqtWcoOVxQztoeSxl2ZkEXMD7aE0EZLhWCvJycpqivZQhsFs4NCIFn0nWckNVhYztIdoD+lfpYoWES2KMGkP6cPMmUVEi75DES0+mNIe0qdawxatJCbaQ36CyMqKqoglYD8eT27VSm6wspihPZQ89tKMLGJuoD2UJkIyHGslOVlZTdEeyjCYDRwa0aLvJCu5wcpihvYQ7SH9q1TRIqJFESbtIX2YObOIaNF3KKLFB1PaQ/pUa9iilcREe8hPEFlZURWxBOzH48mtWskNVhYztIeSx16akUXMDbSH0kRIhmOtJCcrqynaQxkGs4FDI1r0nWQlN1hZzNAeoj2kf5UqWkS0KMKkPaQPM2cWES36DkW0+GBKe0ifag1btJKYaA/5CSIrK6oiloD9eDy5VSu5wcpihvZQ8thLM7KIuYH2UJoIyXCsleRkZTVFeyjDYDZwaESLvpOs5AYrixnaQ7SH9K9SRYuIFkWYtIf0YebMIqJF36GIFh9MaQ/pU61hi1YSE+0hP0FkZUVVxBKwH48nt2olN1hZzNAeSh57aUYWMTfQHkoTIRmOtZKcrKymaA9lGMwGDo1o0XeSldxgZTFDe4j2kP5VqmgR0aIIk/aQPsycWUS06DsU0eKDKe0hfao1bNFKYqI95CeIrKyoilgC9uPx5Fat5AYrixnaQ8ljL83IIuYG2kNpIiTDsVaSk5XVFO2hDIPZwKERLfpOspIbrCxmaA/RHtK/ShUtIloUYdIe0oeZM4uIFn2HIlp8MKU9pE+1hi1aSUy0h/wEkZUVVRFLwH48ntyqldxgZTFDeyh57KUZWcTcQHsoTYRkONZKcrKymqI9lGEwGzg0okXfSVZyg5XFDO0h2kP6V6miRUSLIkzaQ/owc2YR0aLvUESLD6a0h/Sp1rBFK4mJ9pCfILKyoipiCdiPx5NbtZIbrCxmaA8lj700I4uYG2gPpYmQDMdaSU5WVlO0hzIMZgOHRrToO8lKbrCymKE9RHtI/ypVtIhoUYRJe0gfZs4sIlr0HYpo8cGU9pA+1Rq2aCUx0R7yE0RWVlRFLAH78Xhyq1Zyg5XFDO2h5LGXZmQRcwPtoTQRkuFYK8nJymqK9lCGwWzg0IgWfSdZyQ1WFjO0h2gP6V+lihYRLYowaQ/pw8yZRUSLvkMRLT6Y0h7Sp1rDFq0kJtpDfoLIyoqqiCVgPx5PbtVKbrCymKE9lDz20owsYm6gPZQmQjIcayU5WVlN0R7KMJgNHBrRou8kK7nBymKG9hDtIf2rVNEiokURJu0hfZg5s4ho0XcoosUHU9pD+lRr2KKVxER7yE8QWVlRFbEE7Mfjya1ayQ1WFjO0h5LHXpqRRcwNtIfSREiGY60kJyurKdpDGQazgUMjWvSdZCU3WFnM0B6iPaR/lSpaRLQowqQ9pA8zZxYRLfoORbT4YEp7SJ9qDVu0kphoD/kJIisrqiKWgP14PLlVK7nBymKG9lDy2Eszsoi5gfZQmgjJcKyV5GRlNUV7KMNgNnBoRIu+k6zkBiuLGdpDtIf0r1JFi4gWRZi0h/Rh5swiokXfoYgWH0xpD+lTrWGLVhIT7SE/QWRlRVXEErAfjye3aiU3WFnM0B5KHntpRhYxN9AeShMhGY61kpysrKZoD2UYzAYOjWjRd5KV3GBlMUN7iPaQ/lWqaBHRogiT9pA+zJxZRLToOxTR4oMp7SF9qjVs0Upioj3kJ4isrKiKWAL24/HkVq3kBiuLGdpDyWMvzcgi5gbaQ2kiJMOxVpKTldUU7aEMg9nAoREt+k6ykhusLGZoD9Ee0r9KFS0iWhRh0h7Sh5kzi4gWfYciWnwwpT2kT7WGLVpJTLSH/ASRlRVVEUvAfjye3KqV3GBlMUN7KHnspRlZxNyg0h766KOP3CeffJKGNWMhAAEIQAACECgggTZt2ri2bds26MxVREuDjsyPIAABCEAAAhCAQAoCiJYUsBgKAQhAAAIQgEB2BBAt2bHnyBCAAAQgAAEIpCCAaEkBi6EQgAAEIAABCGRHANGSHXuODAEIQAACEIBACgKIlhSwGAoBCEAAAhCAQHYEEC3ZsefIEIAABCAAAQikIIBoSQGLoRCAAAQgAAEIZEcA0ZIde44MAQhAAAIQgEAKAoiWFLAYCgEIQAACEIBAdgQQLdmx58gQgAAEIAABCKQggGhJAYuhxSSwdetWN2PGDLd+/Xo3ZswYt3btWvf++++7k08+uZhAOGsIQAACGRFAtGQE3tphX3nlFbd48WI3dOhQ16xZs4rTl5v6zJkz3SWXXOL222+/zE5148aNbsKECe68885zPXr0aPA85HyWLVvmDjroILd8+XLXoUOHwBaipcFI+WHOCci1N23aNHf++ecnygFz5swJiFxwwQU5J8Pp7SwBRMvOEizx+/BmKavx8HPiiSeqX5AiIubOnVt3jJYtW7orr7wyUZJIe9qNIVrCisZLL71UNz0RCFLdaNWqVdopOy3RIucuYkUSqiTXVatWNXhOqU+CHxSCgMTVkiVLVOK+HDAR3xMnTnSbNm2qGyKC3of4bmzREp5b586dEy2sBIDkT2He0PwiPvvoo48SH68QgdwIJ4loUYYsN7hJkyYFq/toMpAA79Wr106t+MOpxtsV4Q1dLtxFixa5gQMHVq2GpD3txhQtUhUJ2e1MYtASLWlZMR4CSQmEMdquXbt6N7+oUE5qq9K4cIEzatSouhwkeeT22293p512mvpCp7FFi5yfMNu8eXPi6o4GV2w0PgFEiyLzUExEb7rlzEerJNEKiVzss2fPdr1793a33Xab69mz5w5KXi5OqbBUWyHEKz7Rak+YFGV+stoQkXX88ccHezfCSkd8fLn2ULxC8vOf/9z97W9/q9ceiq4ky1VPSvGLn2ulc5JziR5HkvGKFSvq2kPxEnSpNlb099Hzj/573CehUA197Wv1qhiqmKoRAuHNtlrbNV4licaY2NiyZYuTZC7XblSYyGmmEe/lrtNyeWn16tXBIk0+8TxWqT0UvWbkemrRokXwn7A9VC4/lnJbmDdkoRO2b6MLxnjOCPnEF2JxxuG4UNxJXp83b15wnpJ7n3nmmWBvWzjn6Dn5rHrXSOhmNg1EiyL6pHs54jfiaOKS5CP7MOIrr+g0k/R/4wIgnrhKVYSi1aBS48uJluj8ZZ4ifNasWVPXqoon5nLzLyVaomOTnFNUzIUJOEw+1URLfJ7z5893ffr0ca+99lqAXxJhfA7CcdasWXXnGia+iy++WKWqphiemKoxAkkXOfFrMZ5nSlVRoqeadJFT6TotVRGKV3bjeaycaCmXi8JFQqX8WGo/nczjrrvucsOGDQs2yUdzQKmccd9997lzzjnHieAKc5rkXVksDho0KGhFR+fQvHnzehvxw8q2/DYULZVYVNsDWGNhWfPTQbQouih+scVX4NGbp1QbwtVAtJTaunXrihvY4hdhvMoRVgE++OCDugu51EVWrd1T6uZcSrREVznhZtdoUm3fvn1wwcu5Rr8Pk0x0r0qpPS3RFWU0OZU6JxElca7RjbiVREupeZYLjaid+DHDao/8N5sKFS+uHJqK37zLVRFLXavRuIvePEthiouRUlWMatep2K22sTaa/yqNL3c+4TVT6jqudOzo9VhK4JXKNXKsSjmwWg6T31finlQo5jCsvZ8SokURcblKS/TG3q1bt3otmPDwYTmxmmipdFOMXoTRsm30FKOrmbgIKbWBOBQN5S7wUqXnKAc5HxEO0U3JMp9SLaJqVYy4CAzPS85JVk4ijqKtufjcKomWcJ6lnjQqJabKHbNaMlMMN0wZJ1Cp0hK9IcY33IenHV6b1URLuRtofLFU6TotJ0Licwuv60qipVRLLLw2w+s4uhlfbJVrt5TKP9HrvJJ4iOe0eH4Jj1luQRPnXo5FQx4iMB7aXqePaFHEG15AckOL9lTj1YhSq/NwGkk2sJXb9R69CEtVWqKnGr9gy1VwQhFQTrQ0pNJSDnm19lCpSkvUlq9KS1zsUGlRvGgKbqrcRvPoDbFaVbSaaCnXsozmmmqVxlJ5qVRlOWzNaFZaKoVIuYVMKJ42bNiwQ8U5tBfPl9HXNKSttFRigWjRvcgRLbo8g5Jj/Omh+I29nOiQqSQRLeWeHopehOHemLiAKnXBSs+1VFlVHo/s379/IMAqJc5o4hX78T0tSZ8AqrYRV2zLarDcOcW5xve0RL8P+9TRvTfxecqeFnnia+HChXUVnJDTD37wg6D9Ez8me1qUL6icmyv39FB8v4Rci+X2SVUTLWH1TwRFdJNuPNdUuk5L5aVSe2DC1wFUEi3xayTMmWEVuFJ+jIZDmC/atm1brxUbXTweffTR9XKGfFdqT4tUpqN7YWQOct3LKySSVFoqsUC06F7EiBZdnoG1Um2W+BMnDSmrxqdaqmwcT0rxkm+ldk901SIrFdkMXK3SInOKtk+kpCrJ9f7776/36GH0qQT5TamnokqJlnKbb6Ptpui+l+hxLr30Urd06dK6/TTxNs9FF13knnzyybp5xr8Pk2j0qQI5v0MOOaTskw5ybvGnNzyEGCZzRiB+fcTbIaXesRLGWRLRIrhK2Yi/P6rcdSqLoPi+kvj1IpvW5b0lsiG2kmiR76K5RuYg+Sb6JE6SVkulBx+iIkKqztH305R7eij+hGD4+HQS0VKJBaJF92JFtOjyxFoOCEjCk4+Pl27lAA+nAAEIQCAzAoiWzNBz4Fol4PMlfbV6zswLAhCAgAUCiBYLXmKOjUIgWuLlBXGNgpyDQAACEEhFANGSCheDIQABCEAAAhDIigCiJSvyHBcCEIAABCAAgVQEEC2pcDEYAhCAAAQgAIGsCCBasiLPcSEAAQhAAAIQSEUA0ZIKF4MhAAEIQAACEMiKAKIlK/IcFwIQgAAEIACBVAQQLalwMRgCEIAABCAAgawIIFqyIs9xIQABCEAAAhBIRQDRkgoXgyEAAQhAAAIQyIoAoiUr8hwXAhCAAAQgAIFUBBAtqXAxGAIQgAAEIACBrAggWrIiz3EhAAEIQAACEEhFANGSCheDIQABCEAAAhDIigCiJSvyHBcCEIAABCAAgVQEEC2pcDEYAhCAAAQgAIGsCCBasiLPcSEAAQhAAAIQSEUA0ZIKF4MhAAEIQAACEMiKAKIlK/IcdwcCc+bMcb169XI9evSADgQgAAEIQGAHAoiWnAXFgAlHlj2jBWOer/fd4sWL3dy5c+v+rUOHDm7MmDGuVatWmVCpNdHyf16eVpbDz384rN53GzdudLNnz3aDBg1S5/fKK68EfvLlm61bt7oZM2a4l156KTinUaNG1QnH8Lv169erH/+ZtY9UjLOj9zu13vdr1651ixYtcgMHDnTNmjVTi9HwHEUsn3zyyWp2o4Zk7hMnTnSbNm1y0ess+u8tW7Z0V155pdtvv/3U5vDOhv9b1lan1l12+E5ygny0Och5zpw5011yySWq5xc9AckfS5YsCf7pvPPOqzuHaJ7r2bOnGzp0qGr8qDkLQ4kIIFoSYbIzKK1oiSYoubgXLlyonjiT0kO0JCWlO078/v7777sLLrjAyQ380Ucfdaeccor74IMPghvN6aef7p588kk3bNgwVUFWK6JFl+aO1kJRJEJAhJHcwOU/P/rRj9z8+fNdnz59ghu5+EEEquZNtVZEi2/Gwk34hewefPBBd9xxxwWHXbp0aRDDjSFOfZ8n9p1DtOQsCnZGtAgKEQ7ykRuYVA8mTJgQ3NDkIyvwbt261VuVh6vG5s2b1/v3cKUTViA6deoUrJJlNTl8+HD3wAMPBCv76MpHjt2mTZvgpikr0hNPPLFuHlLFkI/8ptQ8fKygGlppibOIrqzLnaOcWyne4U0urDCIkLj33nvd5s2b3bp16wKBKb+bNGlSXSRHKyVJwjsqWkqNlxvsXXfdVVOiZfXq1fXOuVy8hXEbthzl5hayivslbE2G14Cs2sMYjK7W01ZE4qKlnE/iN94kvqs2ZmdES7RyET3nsOIlx162bFlwTYcVonjVLu4XqUTKJ349i2iL5pqQe7XzC79Pwk6uk2nTprnzzz/fW7Un6XwZ13ACiJaGs6vJX+6saAkv/osuuihoSZx22mnBBV6q/RG92UWrJJK4br/99uC3rVu3DpKRJCFZaYbJPyo8whWo2Pjoo4+C1ZJ8pGUh34UJLbQRF1fh/5ebkGZZu6GiJd5ei5bco+cYVjKkZN6+ffs6ZnHeGzZsqGuLyG+kzXDxxRfXrdqjZfeGCIzojaaU4GmIzSQXh1alJRqbctx4vIXVC2EXbS/Jvy9fvjwQxtH4jfpI2lDx9lySG2T8/MM2kNzgy7X55LjaMbwzoiV6DlFW4bmEMRhd6FTKA2H7NO6jeAUkqciLMw5FVrQ1JGOigjOtoE8Sx4xpXAKIlsbl7f1oGqJFEvmZZ55Zb+UjE4+vtsLVd7yyEJ6kJAi5AUf3esQTfvyGHt2IG3539NFH17MRFUVh/78hN5JqztgZ0RJd0ctxwpVjNXEXVrWivOV/Ryst5W68Mq5cwo+umssl7rDS065du3otiloULaGoDffhhLEpIjkab9F9MPHqjNgIK3Tz5s2r2wQeb1PG93mUWrFHq2SV9oaFcRG/sfqIXzm/nREt0f02UVblxN8555xTr9paLg/Iv0d9VG1BFNqJzqdcZbXSHqzwu7Zt2wZClY9NAogWm34rO+udFS3hai8uFKIHjIuGUiIiHB9PSBqipdRNw0fSb6hokXOPlqGTVqTKbeSN3njjN4x4a6ehq9TQX6V+X4ui5amnnqrbhxONh2qiJayslFqlR9tDUfEcr4DsbJshztMX350RLccff3xdpVNaa9Hrq5JoCSus8c3E8WpYXFjG24/VWpbV0na5qpWPPFFtLnyvSwDRosszc2s7I1rkgp41a1bQn5Z2hbRnSj1RUSohREvEUQhpRUvYHtqyZUtQ6ZEVabxaI/ajx/O1wS6NaIneeKIrybAKFa7uylVaKvGuJFriT2U05Emj6GbQUjdkXzfVtO2h6A1HRIt8pB0YjdtKoiXajovfVOPtoahoiTNNu2FWmN53331OKhFhuyncNCrVH59PhqWttITXtoiWqACJtzUrtdnEL/FKRiXREr9+w6qVXPtJX38gPKXCJeOjwlvmItXLsG1cLk9lnriZQGICiJbEqGwMTCtaKj3yHN8YKklB9puImAnbGGFZPrzpVivXV6u0COXwscX4Rtzo48TxDX9pN+4l8WYS0RJlFJ1DtI8u/x4m8nKiJdzHEt2MGLYZ4nta4o/9RltRaTeJyrzibYCwfRT3v4zV5JxUtETnF93YGbLq2rWra9GihTvrrLOCPVTl2kOhYIhuWi7Vtiv1FFvUnw15NUCp35dqqzbEf5ViOaloCecXPX40ruQJJ/nI4+aV9gbFr8tSbbuoqA/3f8VjLd4+q3a9lvt9fD4+NuxXmxvf6xJAtOjyxBoEIAABCEAAAp4IIFo8gcUsBCAAAQhAAAK6BBAtujyxBgEIQAACEICAJwKIFk9gMQsBCEAAAhCAgC4BRIsuT6xBAAIQgAAEIOCJAKLFE1jMQgACEIAABCCgSwDRossTaxCAAAQgAAEIeCKAaPEEFrMQgAAEIAABCOgSQLTo8sQaBCAAAQhAAAKeCCBaPIHFLAQgAAEIQAACugQQLbo8sQYBCEAAAhCAgCcCiBZPYDELAQhAAAIQgIAuAUSLLk+sQQACEIAABCDgiQCixRNYzEIAAhCAAAQgoEsA0aLLE2sQgAAEIAABCHgigGjxBBazEIAABCAAAQjoEqgTLa+99trSpk2b/ljXPNYgAAEIQAACEICADoFt27b97/8Dx0iCGvSBvUEAAAAASUVORK5CYII=">
            <a:extLst>
              <a:ext uri="{FF2B5EF4-FFF2-40B4-BE49-F238E27FC236}">
                <a16:creationId xmlns:a16="http://schemas.microsoft.com/office/drawing/2014/main" id="{371085BF-D35F-D535-7AC8-AFB8DA6D35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" y="7620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pt-BR" sz="900"/>
          </a:p>
        </p:txBody>
      </p:sp>
      <p:sp>
        <p:nvSpPr>
          <p:cNvPr id="29" name="AutoShape 4" descr="data:image/png;base64,iVBORw0KGgoAAAANSUhEUgAAAi0AAAFTCAYAAAD1KTxeAAAAAXNSR0IArs4c6QAAIABJREFUeF7tnQuwFdXxrxdEA6L8QUQkCDFKeBiVoKIilokay2hELLSIFY1WNEEkBhGJgAqCoIjKW4kSFSsYpLyUoqIlUVT+iYUvMD4CSq6oxAcGX1Aogg+41ZPMuXOG/Zg59Dqze+bbVakk7LV71nzd0/Nb3WvmNHF8IAABCEAAAhCAgAECTWSOa9eu3b5lyxYD02WKEIAABCAAAQgUkcC2bdv+NxAtq1ev3t61a9ciMuCcIQABCEAAAhAwQOCf//ynQ7QYcBRThAAEIAABCBSdAKKl6BHA+UMAAhCAAASMEEC0GHEU04QABCAAAQgUnQCipegRwPlDAAIQgAAEjBBAtBhxFNOEAAQgAAEIFJ0AoqXoEcD5QwACEIAABIwQQLQYcRTThAAEIAABCBSdAKKl6BHA+UMAAhCAAASMEEC0GHEU04QABCAAAQgUnQCipegRwPlDAAIQgAAEjBBAtBhxFNOEAAQgAAEIFJ0AoqXoEcD5QwACEIAABIwQQLQYcRTThAAEIAABCBSdAKKl6BHA+UMAAhCAAASMEEC0GHEU04QABCAAAQgUnQCipegRwPlDAAIQgAAEjBBAtBhxFNOEAAQgAAEIFJ0AoqXoEcD5QwACEIAABIwQQLQYcRTThAAEIAABCBSdAKKl6BHA+UMAAhCAAASMEEC0GHEU04QABCAAAQgUnQCiJUEEbN682S1YsMAtWrTIffzxx27fffd1gwcPdn369HFNmjRx1b7/8ssv3eOPP+7mz5/v3nvvPbfXXnu5c88915166qlul112STADhkAAAhCAAAQggGipEgNfffWVu+GGG9wTTzxRb+Qee+zhJk+e7A444ICK33fr1s3NmTPH3X333fV+37RpUzdu3Dh37LHHEoUQgAAEIAABCCQggGhJIFpuvvlmd/jhh7tjjjnGffjhh+6qq65yb731lhsyZIg77bTTXKXvzzjjDDd37ly3++67u759+zoRQddcc41bvny569evnxs2bFgCNzEEAhCAAAQgAAFES8oY+OKLL9zVV1/tXnzxRXf99de7I488sp6Fat9v377dTZ061T388MOB6BFRwwcCEIAABCAAgeoEEC3VGdUb8fzzzweipXv37m7ChAmuZcuWqb5/88033YgRI1yzZs3clClTXPv27VPOgOEQgAAEIACBYhJAtKTw+7vvvhsIls8//9xNnDjRde7cud6vq32/YcOGoDqzcuVKN3r0aNe7d+8UR2coBCAAAQhAoNgEEC0J/f/qq6+6a6+9NqiQyJ6U/fffv94vq30vgmb8+PFu/fr1gWDp1atXwiMzDAIQgAAEIAABIYBoqRIHsgfl0UcfdTNnzgw2415++eWudevWdb+q9r0MlE23InjatWsXVGo6duxI9EEAAhCAAAQgkJIAoqUKMGnpXHbZZcHTQvGPvKdl6NChbtSoUWW/HzlyZPBI9LJly3b4vVRrZFNuVASl9B/DIQABCEAAAoUhgGip4upNmzYFomTVqlUlRYs8sjx27Niy319xxRVu+vTpO7znRYwhWgpznXGiEIAABCCgQADRogARExCAAAQgAAEI+CeAaPHPmCNAAAIQgAAEIKBAANGiABETEIAABCAAAQj4J4Bo8c+YI0AAAhCAAAQgoEAA0aIAERMQgAAEIAABCPgngGjxz5gjQAACEIAABCCgQADRogARExCAAAQgAAEI+CeAaPHPmCNAAAIQgAAEIKBAANGiABETEIAABCAAAQj4J4Bo8c+YI0AAAhCAAAQgoECg0KJlwIQjFRA2jokFY55vnANxFAhAAAIQgECNEkC01Khj4tNCtBhxFNOEAAQgAAFvBBAt3tDqGka06PLEGgQgAAEI2COAaDHiM0SLEUcxTQhAAAIQ8EYA0eINra5hRIsuT6xBAAIQgIA9AogWIz5DtBhxFNOEAAQgAAFvBBAt3tDqGka06PLEGgQgAAEI2COAaDHiM0SLEUcxTQhAAAIQ8EYA0eINra5hRIsuT6xBAAIQgIA9AogWIz5DtBhxFNOEAAQgAAFvBBAt3tDqGka06PLEGgQgAAEI2COAaDHiM0SLEUcxTQhAAAIQ8EYA0eINra5hRIsuT6xBAAIQgIA9AogWIz5DtBhxFNOEAAQgAAFvBBAt3tDqGka06PLEGgQgAAEI2COAaDHiM0SLEUcxTQhAAAIQ8EYA0eINra5hRIsuT6xBAAIQgIA9AogWIz5LI1pWrlzppk6d6t5++2130003ucMOO6zuLOW72267zb3++utu27ZtrmvXru53v/udO+igg9zWrVvd+PHj3bJly+pR6devnxs2bJgRUkwTAhCAAATySgDRYsSzSUTL119/7ebNm+f+/Oc/O/nf8rnxxhvdEUccEfzvd955x/3+979369evr3fWHTt2dFOmTHH/8z//48aNG+eee+45RIuRuGCaEIAABIpEANFixNtJRMunn37qRo8e7fr27euefPJJt3z58nqi5YUXXnAjRoxwJ5xwghs5cqT74osvgvEiZkS07LvvvoFoWbdunZs+fbrbc889jdBhmhCAAAQgUAQCiBYjXk4iWrZv3x6cjbR5wopJtNKyZs0aN3z4cNemTRs3duzYOtHSvXv3QLzIJ1pp2WWXXYLW0tChQ12HDh2MkGKaEIAABCCQVwKIFiOeTSJawlPZsmVLSdEiokb2q8h+l08++SQY3rt376D6IlWV6O+iWDp37uwmTZrk2rZta4QW04QABCAAgTwSQLQY8aqGaJF9LgsXLnR33nlnIEA2bdrkPvvsM3fmmWe6Cy+80EllJfyIwFm1alVQkZG2U3xDrxFsTBMCEIAABHJEANFixJkaomXx4sWB+Bg0aJAbMGCA+/LLL4MKyl//+tegMnPsscfWo1GuYmMEGdOEAAQgAIGcEUC0GHGohmiZNm2ae+ihh9zgwYPrRMusWbPcokWL3JAhQ1zPnj3d008/7fr37+/22GMPt2LFCnfttde6b775xk2ePNl169bNCC2mCQEIQAACeSSAaDHi1SSiRdo9sj9F3sES/bRo0SIQHWvXrg0qLfJ+luhHBIp8L+0h2ai7cePGet9L++iiiy6q1z4ygo1pQgACEIBAjgggWow4U0O0dOnSxT3yyCPu3nvvDR5rFpEiTw7JfpaDDz44ICEbdW+99Vb33nvvub322svJi+XOOuss16xZMyOkmCYEIAABCOSVAKLFiGeTiBYjp8I0IQABCEAAAg0igGhpELbG/xGipfGZc0QIQAACEKgtAoiW2vJH2dkgWow4imlCAAIQgIA3AogWb2h1DSNadHliDQIQgAAE7BFAtBjxGaLFiKOYJgQgAAEIeCOAaPGGVtcwokWXJ9YgAAEIQMAeAUSLEZ8hWow4imlCAAIQgIA3AogWb2h1DSNadHliDQIQgAAE7BFAtBjxGaLFiKOYJgQgAAEIeCOAaPGGVtcwokWXJ9YgAAEIQMAeAUSLEZ8hWow4imlCAAIQgIA3AogWb2h1DQ/o9wtdg56s/fyHwzxZxiwEIAABCBSdAKLFSAQgWow4imlCAAIQgIA3AogWb2h1DSNadHliDQIQgAAE7BFAtBjxGaLFiKOYJgQgAAEIeCOAaPGGVtcwokWXJ9YgAAEIQMAeAUSLEZ8hWow4imlCAAIQgIA3AogWb2h1DSNadHliDQIQgAAE7BFAtBjxGaLFiKOYJgQgAAEIeCOAaPGGVtcwokWXJ9YgAAEIQMAeAUSLEZ8hWow4imlCAAIQgIA3AogWb2h1DSNadHliDQIQgAAE7BFAtBjxGaLFiKOYJgQgAAEIeCOAaPGGVtdwHkXL1q1b3Z/+9Ce3YMECd+SRR7qrr77aNWvWLAD34IMPuunTp9eD+N3vfjf4tz333NNt3rzZ3XPPPe6BBx5wn3/+udt3333d4MGDXZ8+fVyTJk104WMNAhCAAARqggCipSbcUH0SeRMtb731lrv22mvdm2++GZz8UUcd5caNG+eaN28e/P/777/f3XzzzWVFi3wnY6KfVq1auSlTprjOnTtXB8oICEAAAhAwRwDRYsRleRMtIjhWrlzpDj/8cHfTTTeVFS033nijO+KII3bw0h133OG6dOnijjnmGPfhhx+6q666yokQKjfeiJuZJgQgAAEIVCCAaDESHnkTLdu3bw/IL1++3I0YMaJqpaVc+0fsvP76627MmDHuW9/6lps8ebLr1KmTEa8yTQhAAAIQSEMA0ZKGVoZj8yZaQpQvvPBCItEi47/97W+7a665xvXu3dtt2LDBXXbZZUF1RT777LNPUG055JBDMvQSh4YABCAAAZ8EEC0+6SraLppoiaL79NNPgxbSM88848444ww3ZMiQHUSLjD/ggAPc6NGj3f77769IHlMQgAAEIFArBBAtteKJKvMosmgRNOHG3H79+rlhw4bVoyVVl9mzZ7vFixe7008/3Q0dOpQniIzENdOEAAQgkIYAoiUNrQzHFkm0bNmyxc2dO9f99Kc/dfKYs2y0nTRpkvv73//uLrzwQnfKKae4GTNmuAEDBrgDDzzQffnll27WrFlu0aJF7qSTTgraTbK/hQ8EIAABCOSLAKLFiD/zJlr+8pe/BEIk/hHRcckll7gJEya45557rt7X3//+993EiRODx6JFmMgG3OhH3vEyfvz44J0vmp+vv/46EER33nmna9eunZs6dapr3bp1vUPIhuC77rrLzZs3L/h3qQb17du3ZBtLvpcWl7S6+Ngn8P777wdPrb388svu0ksvDap98c+7774bxOy6deucxLFsGJdH9Ku9j8g+Hc4AAroEEC26PL1ZK5JokeT+73//O6imvPjii0HV5Oijj3YDBw50HTp0CBjLjSL8Xv5/9+7dgyrMwQcfrNoa+vjjj93111/vVqxYERw3+oK7qLNXrVrlRo4c6T777LPgn0NRIvtx5Eb2r3/9q15sIFq8XSqNZliEqrQkpconLzgsJ0ZF9Mr7g2RsPIaqvY+o0U6GA0HACAFEixFH5U20GMHu5OkmaVX179/fzZw5M1gdh2/lDc9B2lnyYrw33njDHXrooW7JkiU7iJbvfOc79V6eZ+X8mWd5AuL36667zvXs2dNJIn3sscdKVtCeffZZN3bs2OBtzatXr3a77rprXQyFooX3CxFpEEhGANGSjFPmoxAt2bggfJ+MvLl3+PDhJUWLrKDl6abf/va3wSRvueWWspUWaWGdcMIJQVUo3mLK5gw56s4Q+Oabb4JK4LRp09xDDz20g2jZuHGjGzVqlJM/WSEVRKnayScUvvFKC3+OYme8wW+LQADRYsTLiJZsHbVmzZqSouWDDz4I/n3vvfcO9uE8/vjjwZ8fqNYeiv/ZgmzPjqPvLIFSokUEr/x9rDlz5gQvP/zhD38YtAoriRb5Lvo+op2dF7+HQN4IIFqMeBTRkq2jSokWuSn98Y9/dAsXLnQ33HBDcFMKV86l9qzI3oZly5YFm4lbtGgRbOj93ve+l+2JcXQVAqVEi+xjkhcg9ujRI6i2yL6XuGiJHrzU+4hUJocRCOSIAKLFiDMRLdk6qpRoCfeyxJ9yCmf6i1/8ImgDxW9McuOStgF/3DFbn2oevZRoCd/2XOo48hSa+L9jx471vq70PiLN+WILAlYJIFqMeA7Rkq2jSokW2acgj1hL9aTUR0SL/LFH2Q8jjz/L3gfZpCs3uPCmJf/Nxz6BUqJFnny7/PLL3bZt23Y4QfG7VNyeeOKJsu8jkvjhAwEI1CeAaDESEYiWbBz1yiuvBDceeYFd9CMlf7np7L777iVXymF7qNRqu2nTpu7iiy8Onkhq0qRJNifGUXeawFdffRXEwNKlS3ewJU+T/fjHPy5ZZZN/lI24u+22W/BEWbn3Eck+KT4QgACipY7AgAm6LyHzGVyIFp90y9tOK1rCl4WFLxmTfSyPPPKIu/vuu52880WeDjn77LODN/fusssu2ZwUR1UhkFa0hH/kUw4evqAw+r6hUu8jUpkoRiCQIwJUWow4E9FixFFMEwIQgAAEvBFAtHhDq2sY0aLLE2sQgAAEIGCPAKLFiM+siJZOrbsaIerc0fudamauTBQCEIAABFzw9ulgJ+Dq1au3d+1q54aj4Tz2tGhQrG8D0aLPFIsQgAAEIPAfAogWI5FApUXfUVRa9JliEQIQgIBPAogWn3QVbSNaFGH+1xSiRZ8pFiEAAQj4JIBo8UlX0TaiRREmokUfJhYhAAEINAIBREsjQNY4BKJFg2J9G1Ra9JliEQIQgIBPAogWn3QVbSNaFGFSadGHiUUIQAACjUAA0dIIkDUOgWjRoEilRZ8iFiEAAQg0HgFES+Ox3qkjIVp2Cl/JH3dsZeMR/06tu+ifPBYrErDyOoQFY57HkxAoFAFEixF3I1r0HYVo0WeaF4uIlrx4kvPIGwFEixGPIlr0HYVo0WeaF4t5FC3yxzsXLVrk7rzzTteuXbu6P9ooPtu+fbtbtWqVmzNnjpM/Eip/vPGEE05wF154oWvdunXw/T/+8Q/3hz/8IXi516677lrve22/yx+SvPHGG93LL7/swj8+Gh7j3XffDc7hmWeecd9884077LDD3NChQ12HDh2CIZs3b3b33HOPe+CBB9znn38e/JHSwYMHuz59+qj/VfVKTOUvwz/++ONu/vz57r333nN77bWXO/fcc92pp54a/LHUxmaq7aOs7CFasiKf8riIlpTAEgxHtCSAVNAheRMt8hfGr7/+erdixYrAo9/97nfd9OnT3Z577hn8/5UrV7rhw4e7rVu31vP4z372M3fZZZe5d955J/jvTz/9tN73p59+eiAYmjQJXqy+0x+5kS9evNjNmjUrEBzyGTJkiDvjjDOC/y03/8svv9ytW7eu3rEOPfRQd+2117oWLVq4m2++2d1///31vm/VqpWbMmWK69y5807PMTRQjakIQPnr7tFP06ZN3bhx49yxxx7r3n777UZhqnbCNWII0VIjjqg2DURLNULpv0e0pGdWlF/kTbS88MILbu7cua5///5u5syZTm7iUdHy6quvukcffdT96le/cnvvvbdbsGCBu/XWW+vEjYiVhx56yJ199tn1vj/qqKOCm3Dz5s1VQmPLli3uuuuucz179gwqOo899lg90RJWWWSeIryefvrpQKzstttudaLkjjvucF26dHHHHHOM+/DDD91VV13l3nrrraByc8QRR6jMU4xUYyq8d999d9e3b1/31VdfuWuuucYtX77c9evXzw0bNsy9+eabjcJU7YRrxBCipUYcUW0aiJZqhNJ/j2hJz6wov8ibaJEKhnzkRikVlbhoifv12WefdVdccYUrJUqkGjN79my3cOFCd84557hf//rXapUWmYe0fKQ9NW3atOCmHq20xOf5xhtvBOcjFaOpU6e6Nm3a1A2Rc3799dfdmDFjAnuTJ092nTp1UgvhNExlrMzv4YcfLnk+vpmqnXQNGEK01IATkkwB0ZKEUroxiJZ0vIo0Om+iJfTdmjVrqooWqXZI9UL2jMgN/7jjjgt+/uCDDwbVmfAjVZtBgwa5Zs2aeQmNaqJFxI2IJ6kK/eY3vwmqQNKm2rBhQ9B2keqKfPbZZ5+g2nLIIYd4mWcSpiIWR4wYEbCSNlX79u0zYeoFQCMbRbQ0MvCGHg7R0lBy5X+HaNFnmheLRRUtsrFURIDsxxBRIhtxZdNoKdEi//7LX/4yqLaEYzT9X0m0SOXiqaeeClo+Ug0aOXJksJ9FPnHRIv92wAEHuNGjR7v9999fc4qBrWqiReYj+4lk35DMoXfv3nVziAtB30zVTz4Dg4iWDKA35JCIloZQq/wbRIs+07xYLKJokRaF7GN55JFHgqqFPOlSSoyIsHnppZeCaox8tDe4hjFUTrTI8WWj7e233+5+8pOfuEsuuaROsMTjTwSDVGNkc6/2puHwWJVEi+zBGT9+vFu/fn0gWHr16lXyEmkspnm4PhEtRryIaNF3FKJFn2leLBZNtMiTMHJzDW/A0hKKPhEkezE++eSToPqyxx57BI9HS8tFNpjKXpEDDzxQ3fWlRIs8ziwbiZ944gk3cODA4KmiqLASkTJjxgw3YMCAYE7y2LE8iSSPep900klBi0b2t2h+yokW2XQrwk4eL7/66qtdx44d6x02C6aa552VLURLVuRTHhfRkhJYguGIlgSQCjokb6JF3r0ijwrLTTz66dGjh5s4caJbsmRJvf0q4Rh5RPemm24KnsKZNGnSDtEgT+hIBUHr6SERQTKfpUuX7nAseUqpZcuWwXls27Zth+/lfS7ybhkRJrIBN/qRvSQiyo488ki1iK7EdOzYsUEFatmyZTscT1pUsin3ueeeaxSmaidcI4YQLTXiiGrTQLRUI5T+e0RLemZF+UXRRItsupV9F3ExEIoWETfSNpL3jkhVRl44Jy9JkzZSuJdEIzaqiZa2bduWfJ+MHDt8CZ28mE6qLS+++GIwpe7duwd7cw4++GDVp5wqiRZ5vPmWW24JKkLxTyhapGLVGEw1/FJLNhAtteSNCnNBtOg7CtGizzQvFvMmWvLiF84DAogWIzGAaNF3FKJFn2leLCJa8uJJziNvBBAtRjyKaNF3FKJFn2leLCJa8uJJziNvBBAtRjyKaNF3FKJFn2leLCJa8uJJziNvBBAtRjyKaNF3FKJFn2leLCJa8uJJziNvBBAtRjyKaNF3FKJFn2leLCJa8uJJziNvBBAtRjyKaNF3FKJFn2leLCJa8uJJziNvBBAtRjyKaNF3FKJFn2leLCJa8uJJziNvBBAtRjyKaNF3FKJFn2leLCJa8uJJziNvBBAtRjyKaNF3FKJFn2leLCJa8uJJziNvBBAtRjyKaNF3FKJFn2leLCJa8uJJziNvBBAtRjyKaNF3FKJFn2leLFoRLVbygsRFp9ZdTYSHlbzwH6ZdTDDVnCSiRZOmR1tWkpOVxCSuspKcipiYPF5KiUwjWhJhSjXISm6wkhcQLatXb+/a1YYSTnWlVBhsJTHJKSBatLz+/+1YSU6IFn3fV7NoJTdYyQtUWqpFXMO+L2JuoNLSsFhp9F9ZSU5WVlNUWho9hE0dENGi7y4rucHKYoZKC5UW/atU0SKiRRHmf01ZSU5FXE3pezudRURLOl5JRiNaklBKN6aIuYFKS7oYyWw0okUfPaJFn2leLCJa9D2JaPHBlI24+lRr2KKVxCQIES36gYRo0WeaF4tWcoOVvPCfVoaNPZNW8gLtIdpDNZ1vrSQnK4mJPS01He6ZTw7Rou8CK7kB0aLve02LtIc0aXq0hWjRh2slORWxb63v7XQWES3peCUZjWhJQindmCLmBkRLuhjJbDSiRR89okWfaV4sIlr0PYlo8cGUPS36VGvYopXExJ4WP0GEaPHDNQ9WreQGK4sZ9rT4uSqotPByOT+RpWDVSnKysppiT4tCUObYBKJF37lWcoOVxcx/hCCVFv1IrWGLVhITlRY/QWQlORUxMfnxeHKrVnKDlcUMlZbksZdmZBFzA3ta0kRIhmOtJCcrqykqLRkGs4FDI1r0nWQlN1hZzFBp4ZFn/atU0SKiRRHmf01ZSU5FXE3pezudRURLOl5JRiNaklBKN6aIuYFKS7oYyWw0okUfPaJFn2leLCJa9D2JaPHBlD0t+lRr2KKVxCQIES36gYRo0WeaF4tWcoOVvPCfVgZvxNW+Pqi08PSQdkyp2bOSnKwkJva0qIVmLg0hWvTdaiU3WFnMsKeFPS36V6miRUSLIkz2tOjDzJlFRIu+QxEtPpjSHtKnWsMWrSQm2kN+gsjKiqqIJWA/Hk9u1UpusLKYoT2UPPbSjCxibmAjbpoIyXCsleRkZTVFeyjDYDZwaESLvpOs5AYrixnaQ7SH9K9SRYuIFkWYtIf0YebMIqJF36GIFh9MaQ/pU61hi1YSE+0hP0FkZUVVxBKwH48nt2olN1hZzNAeSh57aUYWMTfQHkoTIRmOtZKcrKymaA9lGMwGDo1o0XeSldxgZTFDe4j2kP5VqmgR0aIIk/aQPsycWUS06DsU0eKDKe0hfao1bNFKYqI95CeIrKyoilgC9uPx5Fat5AYrixnaQ8ljL83IIuYG2kNpIiTDsVaSk5XVFO2hDIPZwKERLfpOspIbrCxmaA/RHtK/ShUtIloUYdIe0oeZM4uIFn2HIlp8MKU9pE+1hi1aSUy0h/wEkZUVVRFLwH48ntyqldxgZTFDeyh57KUZWcTcQHsoTYRkONZKcrKymqI9lGEwGzg0okXfSVZyg5XFDO0h2kP6V6miRUSLIkzaQ/owc2YR0aLvUESLD6a0h/Sp1rBFK4mJ9pCfILKyoipiCdiPx5NbtZIbrCxmaA8lj700I4uYG2gPpYmQDMdaSU5WVlO0hzIMZgOHRrToO8lKbrCymKE9RHtI/ypVtIhoUYRJe0gfZs4sIlr0HYpo8cGU9pA+1Rq2aCUx0R7yE0RWVlRFLAH78Xhyq1Zyg5XFDO2h5LGXZmQRcwPtoTQRkuFYK8nJymqK9lCGwWzg0IgWfSdZyQ1WFjO0h2gP6V+lihYRLYowaQ/pw8yZRUSLvkMRLT6Y0h7Sp1rDFq0kJtpDfoLIyoqqiCVgPx5PbtVKbrCymKE9lDz20owsYm6gPZQmQjIcayU5WVlN0R7KMJgNHBrRou8kK7nBymKG9hDtIf2rVNEiokURJu0hfZg5s4ho0XcoosUHU9pD+lRr2KKVxER7yE8QWVlRFbEE7Mfjya1ayQ1WFjO0h5LHXpqRRcwNtIfSREiGY60kJyurKdpDGQazgUMjWvSdZCU3WFnM0B6iPaR/lSpaRLQowqQ9pA8zZxYRLfoORbT4YEp7SJ9qDVu0kphoD/kJIisrqiKWgP14PLlVK7nBymKG9lDy2Eszsoi5gfZQmgjJcKyV5GRlNUV7KMNgNnBoRIu+k6zkBiuLGdpDtIf0r1JFi4gWRZi0h/Rh5swiokXfoYiAiWaMAAAbs0lEQVQWH0xpD+lTrWGLVhIT7SE/QWRlRVXEErAfjye3aiU3WFnM0B5KHntpRhYxN9AeShMhGY61kpysrKZoD2UYzAYOjWjRd5KV3GBlMUN7iPaQ/lWqaBHRogiT9pA+zJxZRLToOxTR4oMp7SF9qjVs0Upioj3kJ4isrKiKWAL24/HkVq3kBiuLGdpDyWMvzcgi5gbaQ2kiJMOxVpKTldUU7aEMg9nAoREt+k6ykhusLGZoD9Ee0r9KFS0iWhRh0h7Sh5kzi4gWfYciWnwwpT2kT7WGLVpJTLSH/ASRlRVVEUvAfjye3KqV3GBlMUN7KHnspRlZxNxAeyhNhGQ41kpysrKaoj2UYTAbODSiRd9JVnKDlcUM7SHaQ/pXqaJFRIsiTNpD+jBzZhHRou9QRIsPprSH9KnWsEUriYn2kJ8gsrKiKmIJ2I/Hk1u1khusLGZoDyWPvTQji5gbaA+liZAMx1pJTlZWU7SHMgxmA4dGtOg7yUpusLKYoT1Ee0j/KlW0iGhRhEl7SB9mziwiWvQdimjxwZT2kD7VGrZoJTHRHvITRFZWVEUsAfvxeHKrVnKDlcUM7aHksZdmZBFzA+2hNBGS4VgrycnKaor2UIbBbODQiBZ9J1nJDVYWM7SHaA/pX6WKFhEtijBpD+nDzJlFRIu+QxEtPpjSHtKnWsMWrSQm2kN+gsjKiqqIJWA/Hk9u1UpusLKYoT2UPPbSjCxibqA9lCZCMhxrJTlZWU3RHsowmA0cGtGi7yQrucHKYob2EO0h/atU0SKiRREm7SF9mDmziGjRdyiixQdT2kP6VGvYopXERHvITxBZWVEVsQTsx+PJrVrJDVYWM7SHksdempFFzA20h9JESIZjrSQnK6sp2kMZBrOBQyNa9J1kJTdYWczQHqI9pH+VKlpEtCjCpD2kDzNnFhEt+g5FtPhgSntIn2oNW7SSmGgP+QkiKyuqIpaA/Xg8uVUrucHKYob2UPLYSzOyiLmB9lCaCMlwrJXkZGU1RXsow2A2cGhEi76TrOQGK4sZ2kO0h/SvUkWLiBZFmLSH9GHmzCKiRd+hiBYfTGkP6VOtYYtWEhPtIT9BZGVFVcQSsB+PJ7dqJTdYWczQHkoee2lGFjE30B5KEyEZjrWSnKyspmgPZRjMBg6NaNF3kpXcYGUxQ3uI9pD+VapoEdGiCJP2kD7MnFlEtOg7FNHigyntIX2qNWzRSmKiPeQniKysqIpYAvbj8eRWreQGK4sZ2kPJYy/NyCLmBtpDaSIkw7FWkpOV1RTtoQyD2cChES36TrKSG6wsZmgP0R7Sv0oVLSJaFGHSHtKHmTOLiBZ9hyJafDClPaRPtYYtWklMtIf8BJGVFVURS8B+PJ7cqpXcYGUxQ3soeeylGVnE3EB7KE2EZDjWSnKyspqiPZRhMBs4NKJF30lWcoOVxQztIdpD+lepokVEiyJM2kP6MHNmEdGi71BEiw+mtIf0qdawRSuJifaQnyCysqIqYgnYj8eTW7WSG6wsZmgPJY+9NCOLmBtoD6WJkAzHWklOVlZTtIcyDGYDh0a06DvJSm6wspihPUR7SP8qVbSIaFGESXtIH2bOLCJa9B2KaPHBlPaQPtUatmglMdEe8hNEVlZURSwB+/F4cqtWcoOVxQztoeSxl2ZkEXMD7aE0EZLhWCvJycpqivZQhsFs4NCIFn0nWckNVhYztIdoD+lfpYoWES2KMGkP6cPMmUVEi75DES0+mNIe0qdawxatJCbaQ36CyMqKqoglYD8eT27VSm6wspihPZQ89tKMLGJuoD2UJkIyHGslOVlZTdEeyjCYDRwa0aLvJCu5wcpihvYQ7SH9q1TRIqJFESbtIX2YObOIaNF3KKLFB1PaQ/pUa9iilcREe8hPEFlZURWxBOzH48mtWskNVhYztIeSx16akUXMDbSH0kRIhmOtJCcrqynaQxkGs4FDI1r0nWQlN1hZzNAeoj2kf5UqWkS0KMKkPaQPM2cWES36DkW0+GBKe0ifag1btJKYaA/5CSIrK6oiloD9eDy5VSu5wcpihvZQ8thLM7KIuYH2UJoIyXCsleRkZTVFeyjDYDZwaESLvpOs5AYrixnaQ7SH9K9SRYuIFkWYtIf0YebMIqJF36GIFh9MaQ/pU61hi1YSE+0hP0FkZUVVxBKwH48nt2olN1hZzNAeSh57aUYWMTfQHkoTIRmOtZKcrKymaA9lGMwGDo1o0XeSldxgZTFDe4j2kP5VqmgR0aIIk/aQPsycWUS06DsU0eKDKe0hfao1bNFKYqI95CeIrKyoilgC9uPx5Fat5AYrixnaQ8ljL83IIuYG2kNpIiTDsVaSk5XVFO2hDIPZwKERLfpOspIbrCxmaA/RHtK/ShUtIloUYdIe0oeZM4uIFn2HIlp8MKU9pE+1hi1aSUy0h/wEkZUVVRFLwH48ntyqldxgZTFDeyh57KUZWcTcQHsoTYRkONZKcrKymqI9lGEwGzg0okXfSVZyg5XFDO0h2kP6V6miRUSLIkzaQ/owc2YR0aLvUESLD6a0h/Sp1rBFK4mJ9pCfILKyoipiCdiPx5NbtZIbrCxmaA8lj700I4uYG2gPpYmQDMdaSU5WVlO0hzIMZgOHRrToO8lKbrCymKE9RHtI/ypVtIhoUYRJe0gfZs4sIlr0HYpo8cGU9pA+1Rq2aCUx0R7yE0RWVlRFLAH78Xhyq1Zyg5XFDO2h5LGXZmQRcwPtoTQRkuFYK8nJymqK9lCGwWzg0IgWfSdZyQ1WFjO0h2gP6V+lihYRLYowaQ/pw8yZRUSLvkMRLT6Y0h7Sp1rDFq0kJtpDfoLIyoqqiCVgPx5PbtVKbrCymKE9lDz20owsYm6gPZQmQjIcayU5WVlN0R7KMJgNHBrRou8kK7nBymKG9hDtIf2rVNEiokURJu0hfZg5s4ho0XcoosUHU9pD+lRr2KKVxER7yE8QWVlRFbEE7Mfjya1ayQ1WFjO0h5LHXpqRRcwNtIfSREiGY60kJyurKdpDGQazgUMjWvSdZCU3WFnM0B6iPaR/lSpaRLQowqQ9pA8zZxYRLfoORbT4YEp7SJ9qDVu0kphoD/kJIisrqiKWgP14PLlVK7nBymKG9lDy2Eszsoi5gfZQmgjJcKyV5GRlNUV7KMNgNnBoRIu+k6zkBiuLGdpDtIf0r1JFi4gWRZi0h/Rh5swiokXfoYgWH0xpD+lTrWGLVhIT7SE/QWRlRVXEErAfjye3aiU3WFnM0B5KHntpRhYxN9AeShMhGY61kpysrKZoD2UYzAYOjWjRd5KV3GBlMUN7iPaQ/lWqaBHRogiT9pA+zJxZRLToOxTR4oMp7SF9qjVs0Upioj3kJ4isrKiKWAL24/HkVq3kBiuLGdpDyWMvzcgi5gbaQ2kiJMOxVpKTldUU7aEMg9nAoREt+k6ykhusLGZoD9Ee0r9KFS0iWhRh0h7Sh5kzi4gWfYciWnwwpT2kT7WGLVpJTLSH/ASRlRVVEUvAfjye3KqV3GBlMUN7KHnspRlZxNyg0h766KOP3CeffJKGNWMhAAEIQAACECgggTZt2ri2bds26MxVREuDjsyPIAABCEAAAhCAQAoCiJYUsBgKAQhAAAIQgEB2BBAt2bHnyBCAAAQgAAEIpCCAaEkBi6EQgAAEIAABCGRHANGSHXuODAEIQAACEIBACgKIlhSwGAoBCEAAAhCAQHYEEC3ZsefIEIAABCAAAQikIIBoSQGLoRCAAAQgAAEIZEcA0ZIde44MAQhAAAIQgEAKAoiWFLAYCgEIQAACEIBAdgQQLdmx58gQgAAEIAABCKQggGhJAYuhxSSwdetWN2PGDLd+/Xo3ZswYt3btWvf++++7k08+uZhAOGsIQAACGRFAtGQE3tphX3nlFbd48WI3dOhQ16xZs4rTl5v6zJkz3SWXXOL222+/zE5148aNbsKECe68885zPXr0aPA85HyWLVvmDjroILd8+XLXoUOHwBaipcFI+WHOCci1N23aNHf++ecnygFz5swJiFxwwQU5J8Pp7SwBRMvOEizx+/BmKavx8HPiiSeqX5AiIubOnVt3jJYtW7orr7wyUZJIe9qNIVrCisZLL71UNz0RCFLdaNWqVdopOy3RIucuYkUSqiTXVatWNXhOqU+CHxSCgMTVkiVLVOK+HDAR3xMnTnSbNm2qGyKC3of4bmzREp5b586dEy2sBIDkT2He0PwiPvvoo48SH68QgdwIJ4loUYYsN7hJkyYFq/toMpAA79Wr106t+MOpxtsV4Q1dLtxFixa5gQMHVq2GpD3txhQtUhUJ2e1MYtASLWlZMR4CSQmEMdquXbt6N7+oUE5qq9K4cIEzatSouhwkeeT22293p512mvpCp7FFi5yfMNu8eXPi6o4GV2w0PgFEiyLzUExEb7rlzEerJNEKiVzss2fPdr1793a33Xab69mz5w5KXi5OqbBUWyHEKz7Rak+YFGV+stoQkXX88ccHezfCSkd8fLn2ULxC8vOf/9z97W9/q9ceiq4ky1VPSvGLn2ulc5JziR5HkvGKFSvq2kPxEnSpNlb099Hzj/573CehUA197Wv1qhiqmKoRAuHNtlrbNV4licaY2NiyZYuTZC7XblSYyGmmEe/lrtNyeWn16tXBIk0+8TxWqT0UvWbkemrRokXwn7A9VC4/lnJbmDdkoRO2b6MLxnjOCPnEF2JxxuG4UNxJXp83b15wnpJ7n3nmmWBvWzjn6Dn5rHrXSOhmNg1EiyL6pHs54jfiaOKS5CP7MOIrr+g0k/R/4wIgnrhKVYSi1aBS48uJluj8ZZ4ifNasWVPXqoon5nLzLyVaomOTnFNUzIUJOEw+1URLfJ7z5893ffr0ca+99lqAXxJhfA7CcdasWXXnGia+iy++WKWqphiemKoxAkkXOfFrMZ5nSlVRoqeadJFT6TotVRGKV3bjeaycaCmXi8JFQqX8WGo/nczjrrvucsOGDQs2yUdzQKmccd9997lzzjnHieAKc5rkXVksDho0KGhFR+fQvHnzehvxw8q2/DYULZVYVNsDWGNhWfPTQbQouih+scVX4NGbp1QbwtVAtJTaunXrihvY4hdhvMoRVgE++OCDugu51EVWrd1T6uZcSrREVznhZtdoUm3fvn1wwcu5Rr8Pk0x0r0qpPS3RFWU0OZU6JxElca7RjbiVREupeZYLjaid+DHDao/8N5sKFS+uHJqK37zLVRFLXavRuIvePEthiouRUlWMatep2K22sTaa/yqNL3c+4TVT6jqudOzo9VhK4JXKNXKsSjmwWg6T31finlQo5jCsvZ8SokURcblKS/TG3q1bt3otmPDwYTmxmmipdFOMXoTRsm30FKOrmbgIKbWBOBQN5S7wUqXnKAc5HxEO0U3JMp9SLaJqVYy4CAzPS85JVk4ijqKtufjcKomWcJ6lnjQqJabKHbNaMlMMN0wZJ1Cp0hK9IcY33IenHV6b1URLuRtofLFU6TotJ0Licwuv60qipVRLLLw2w+s4uhlfbJVrt5TKP9HrvJJ4iOe0eH4Jj1luQRPnXo5FQx4iMB7aXqePaFHEG15AckOL9lTj1YhSq/NwGkk2sJXb9R69CEtVWqKnGr9gy1VwQhFQTrQ0pNJSDnm19lCpSkvUlq9KS1zsUGlRvGgKbqrcRvPoDbFaVbSaaCnXsozmmmqVxlJ5qVRlOWzNaFZaKoVIuYVMKJ42bNiwQ8U5tBfPl9HXNKSttFRigWjRvcgRLbo8g5Jj/Omh+I29nOiQqSQRLeWeHopehOHemLiAKnXBSs+1VFlVHo/s379/IMAqJc5o4hX78T0tSZ8AqrYRV2zLarDcOcW5xve0RL8P+9TRvTfxecqeFnnia+HChXUVnJDTD37wg6D9Ez8me1qUL6icmyv39FB8v4Rci+X2SVUTLWH1TwRFdJNuPNdUuk5L5aVSe2DC1wFUEi3xayTMmWEVuFJ+jIZDmC/atm1brxUbXTweffTR9XKGfFdqT4tUpqN7YWQOct3LKySSVFoqsUC06F7EiBZdnoG1Um2W+BMnDSmrxqdaqmwcT0rxkm+ldk901SIrFdkMXK3SInOKtk+kpCrJ9f7776/36GH0qQT5TamnokqJlnKbb6Ptpui+l+hxLr30Urd06dK6/TTxNs9FF13knnzyybp5xr8Pk2j0qQI5v0MOOaTskw5ybvGnNzyEGCZzRiB+fcTbIaXesRLGWRLRIrhK2Yi/P6rcdSqLoPi+kvj1IpvW5b0lsiG2kmiR76K5RuYg+Sb6JE6SVkulBx+iIkKqztH305R7eij+hGD4+HQS0VKJBaJF92JFtOjyxFoOCEjCk4+Pl27lAA+nAAEIQCAzAoiWzNBz4Fol4PMlfbV6zswLAhCAgAUCiBYLXmKOjUIgWuLlBXGNgpyDQAACEEhFANGSCheDIQABCEAAAhDIigCiJSvyHBcCEIAABCAAgVQEEC2pcDEYAhCAAAQgAIGsCCBasiLPcSEAAQhAAAIQSEUA0ZIKF4MhAAEIQAACEMiKAKIlK/IcFwIQgAAEIACBVAQQLalwMRgCEIAABCAAgawIIFqyIs9xIQABCEAAAhBIRQDRkgoXgyEAAQhAAAIQyIoAoiUr8hwXAhCAAAQgAIFUBBAtqXAxGAIQgAAEIACBrAggWrIiz3EhAAEIQAACEEhFANGSCheDIQABCEAAAhDIigCiJSvyHBcCEIAABCAAgVQEEC2pcDEYAhCAAAQgAIGsCCBasiLPcSEAAQhAAAIQSEUA0ZIKF4MhAAEIQAACEMiKAKIlK/IcdwcCc+bMcb169XI9evSADgQgAAEIQGAHAoiWnAXFgAlHlj2jBWOer/fd4sWL3dy5c+v+rUOHDm7MmDGuVatWmVCpNdHyf16eVpbDz384rN53GzdudLNnz3aDBg1S5/fKK68EfvLlm61bt7oZM2a4l156KTinUaNG1QnH8Lv169erH/+ZtY9UjLOj9zu13vdr1651ixYtcgMHDnTNmjVTi9HwHEUsn3zyyWp2o4Zk7hMnTnSbNm1y0ess+u8tW7Z0V155pdtvv/3U5vDOhv9b1lan1l12+E5ygny0Och5zpw5011yySWq5xc9AckfS5YsCf7pvPPOqzuHaJ7r2bOnGzp0qGr8qDkLQ4kIIFoSYbIzKK1oiSYoubgXLlyonjiT0kO0JCWlO078/v7777sLLrjAyQ380Ucfdaeccor74IMPghvN6aef7p588kk3bNgwVUFWK6JFl+aO1kJRJEJAhJHcwOU/P/rRj9z8+fNdnz59ghu5+EEEquZNtVZEi2/Gwk34hewefPBBd9xxxwWHXbp0aRDDjSFOfZ8n9p1DtOQsCnZGtAgKEQ7ykRuYVA8mTJgQ3NDkIyvwbt261VuVh6vG5s2b1/v3cKUTViA6deoUrJJlNTl8+HD3wAMPBCv76MpHjt2mTZvgpikr0hNPPLFuHlLFkI/8ptQ8fKygGlppibOIrqzLnaOcWyne4U0urDCIkLj33nvd5s2b3bp16wKBKb+bNGlSXSRHKyVJwjsqWkqNlxvsXXfdVVOiZfXq1fXOuVy8hXEbthzl5hayivslbE2G14Cs2sMYjK7W01ZE4qKlnE/iN94kvqs2ZmdES7RyET3nsOIlx162bFlwTYcVonjVLu4XqUTKJ349i2iL5pqQe7XzC79Pwk6uk2nTprnzzz/fW7Un6XwZ13ACiJaGs6vJX+6saAkv/osuuihoSZx22mnBBV6q/RG92UWrJJK4br/99uC3rVu3DpKRJCFZaYbJPyo8whWo2Pjoo4+C1ZJ8pGUh34UJLbQRF1fh/5ebkGZZu6GiJd5ei5bco+cYVjKkZN6+ffs6ZnHeGzZsqGuLyG+kzXDxxRfXrdqjZfeGCIzojaaU4GmIzSQXh1alJRqbctx4vIXVC2EXbS/Jvy9fvjwQxtH4jfpI2lDx9lySG2T8/MM2kNzgy7X55LjaMbwzoiV6DlFW4bmEMRhd6FTKA2H7NO6jeAUkqciLMw5FVrQ1JGOigjOtoE8Sx4xpXAKIlsbl7f1oGqJFEvmZZ55Zb+UjE4+vtsLVd7yyEJ6kJAi5AUf3esQTfvyGHt2IG3539NFH17MRFUVh/78hN5JqztgZ0RJd0ctxwpVjNXEXVrWivOV/Ryst5W68Mq5cwo+umssl7rDS065du3otiloULaGoDffhhLEpIjkab9F9MPHqjNgIK3Tz5s2r2wQeb1PG93mUWrFHq2SV9oaFcRG/sfqIXzm/nREt0f02UVblxN8555xTr9paLg/Iv0d9VG1BFNqJzqdcZbXSHqzwu7Zt2wZClY9NAogWm34rO+udFS3hai8uFKIHjIuGUiIiHB9PSBqipdRNw0fSb6hokXOPlqGTVqTKbeSN3njjN4x4a6ehq9TQX6V+X4ui5amnnqrbhxONh2qiJayslFqlR9tDUfEcr4DsbJshztMX350RLccff3xdpVNaa9Hrq5JoCSus8c3E8WpYXFjG24/VWpbV0na5qpWPPFFtLnyvSwDRosszc2s7I1rkgp41a1bQn5Z2hbRnSj1RUSohREvEUQhpRUvYHtqyZUtQ6ZEVabxaI/ajx/O1wS6NaIneeKIrybAKFa7uylVaKvGuJFriT2U05Emj6GbQUjdkXzfVtO2h6A1HRIt8pB0YjdtKoiXajovfVOPtoahoiTNNu2FWmN53331OKhFhuyncNCrVH59PhqWttITXtoiWqACJtzUrtdnEL/FKRiXREr9+w6qVXPtJX38gPKXCJeOjwlvmItXLsG1cLk9lnriZQGICiJbEqGwMTCtaKj3yHN8YKklB9puImAnbGGFZPrzpVivXV6u0COXwscX4Rtzo48TxDX9pN+4l8WYS0RJlFJ1DtI8u/x4m8nKiJdzHEt2MGLYZ4nta4o/9RltRaTeJyrzibYCwfRT3v4zV5JxUtETnF93YGbLq2rWra9GihTvrrLOCPVTl2kOhYIhuWi7Vtiv1FFvUnw15NUCp35dqqzbEf5ViOaloCecXPX40ruQJJ/nI4+aV9gbFr8tSbbuoqA/3f8VjLd4+q3a9lvt9fD4+NuxXmxvf6xJAtOjyxBoEIAABCEAAAp4IIFo8gcUsBCAAAQhAAAK6BBAtujyxBgEIQAACEICAJwKIFk9gMQsBCEAAAhCAgC4BRIsuT6xBAAIQgAAEIOCJAKLFE1jMQgACEIAABCCgSwDRossTaxCAAAQgAAEIeCKAaPEEFrMQgAAEIAABCOgSQLTo8sQaBCAAAQhAAAKeCCBaPIHFLAQgAAEIQAACugQQLbo8sQYBCEAAAhCAgCcCiBZPYDELAQhAAAIQgIAuAUSLLk+sQQACEIAABCDgiQCixRNYzEIAAhCAAAQgoEsA0aLLE2sQgAAEIAABCHgigGjxBBazEIAABCAAAQjoEqgTLa+99trSpk2b/ljXPNYgAAEIQAACEICADoFt27b97/8Dx0iCGvSBvUEAAAAASUVORK5CYII=">
            <a:extLst>
              <a:ext uri="{FF2B5EF4-FFF2-40B4-BE49-F238E27FC236}">
                <a16:creationId xmlns:a16="http://schemas.microsoft.com/office/drawing/2014/main" id="{3879DE67-C8E8-F1EF-EF28-2E79559E46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" y="22860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20" tIns="22860" rIns="45720" bIns="22860" numCol="1" anchor="t" anchorCtr="0" compatLnSpc="1">
            <a:prstTxWarp prst="textNoShape">
              <a:avLst/>
            </a:prstTxWarp>
          </a:bodyPr>
          <a:lstStyle/>
          <a:p>
            <a:endParaRPr lang="pt-BR" sz="900"/>
          </a:p>
        </p:txBody>
      </p:sp>
      <p:sp>
        <p:nvSpPr>
          <p:cNvPr id="32" name="Retângulo: Cantos Arredondados 8">
            <a:extLst>
              <a:ext uri="{FF2B5EF4-FFF2-40B4-BE49-F238E27FC236}">
                <a16:creationId xmlns:a16="http://schemas.microsoft.com/office/drawing/2014/main" id="{4194F3E0-3539-8B47-FC2A-8082B368C8A8}"/>
              </a:ext>
            </a:extLst>
          </p:cNvPr>
          <p:cNvSpPr/>
          <p:nvPr/>
        </p:nvSpPr>
        <p:spPr bwMode="auto">
          <a:xfrm>
            <a:off x="345708" y="168775"/>
            <a:ext cx="9298806" cy="30571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ctr" anchorCtr="0" compatLnSpc="1">
            <a:prstTxWarp prst="textNoShape">
              <a:avLst/>
            </a:prstTxWarp>
          </a:bodyPr>
          <a:lstStyle/>
          <a:p>
            <a:r>
              <a:rPr lang="pt-BR" sz="2000" b="1">
                <a:solidFill>
                  <a:srgbClr val="257226"/>
                </a:solidFill>
                <a:latin typeface="Verdana"/>
                <a:ea typeface="Verdana"/>
                <a:cs typeface="Verdana" panose="020B0604030504040204" pitchFamily="34" charset="0"/>
                <a:sym typeface="Arial" charset="0"/>
              </a:rPr>
              <a:t>CEO3</a:t>
            </a:r>
            <a:r>
              <a:rPr lang="pt-BR" sz="2000" b="1" dirty="0">
                <a:solidFill>
                  <a:srgbClr val="257226"/>
                </a:solidFill>
                <a:latin typeface="Verdana"/>
                <a:ea typeface="Verdana"/>
                <a:cs typeface="Verdana" panose="020B0604030504040204" pitchFamily="34" charset="0"/>
                <a:sym typeface="Arial" charset="0"/>
              </a:rPr>
              <a:t> - </a:t>
            </a:r>
            <a:r>
              <a:rPr lang="pt-BR" sz="2000" b="1" dirty="0">
                <a:solidFill>
                  <a:srgbClr val="82BA01"/>
                </a:solidFill>
                <a:latin typeface="Verdana"/>
                <a:ea typeface="Verdana"/>
                <a:cs typeface="Verdana" panose="020B0604030504040204" pitchFamily="34" charset="0"/>
                <a:sym typeface="Arial" charset="0"/>
              </a:rPr>
              <a:t>Programa GT &amp; GP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85447BB3-03C0-E9ED-B7D7-81A5F9F411F2}"/>
              </a:ext>
            </a:extLst>
          </p:cNvPr>
          <p:cNvCxnSpPr>
            <a:cxnSpLocks/>
          </p:cNvCxnSpPr>
          <p:nvPr/>
        </p:nvCxnSpPr>
        <p:spPr>
          <a:xfrm>
            <a:off x="182880" y="531252"/>
            <a:ext cx="7351417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ACAC8E6-3B4B-45BC-41F2-51D66FC038D8}"/>
              </a:ext>
            </a:extLst>
          </p:cNvPr>
          <p:cNvCxnSpPr>
            <a:cxnSpLocks/>
          </p:cNvCxnSpPr>
          <p:nvPr/>
        </p:nvCxnSpPr>
        <p:spPr>
          <a:xfrm>
            <a:off x="6096000" y="827353"/>
            <a:ext cx="0" cy="5636511"/>
          </a:xfrm>
          <a:prstGeom prst="line">
            <a:avLst/>
          </a:prstGeom>
          <a:ln>
            <a:solidFill>
              <a:srgbClr val="82BA0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2E566386-8109-5FE9-1C86-4A465AFAD8C0}"/>
              </a:ext>
            </a:extLst>
          </p:cNvPr>
          <p:cNvSpPr/>
          <p:nvPr/>
        </p:nvSpPr>
        <p:spPr>
          <a:xfrm>
            <a:off x="-78659" y="6308617"/>
            <a:ext cx="12388645" cy="562701"/>
          </a:xfrm>
          <a:custGeom>
            <a:avLst/>
            <a:gdLst>
              <a:gd name="connsiteX0" fmla="*/ 0 w 24442422"/>
              <a:gd name="connsiteY0" fmla="*/ 0 h 942051"/>
              <a:gd name="connsiteX1" fmla="*/ 24442422 w 24442422"/>
              <a:gd name="connsiteY1" fmla="*/ 0 h 942051"/>
              <a:gd name="connsiteX2" fmla="*/ 24442422 w 24442422"/>
              <a:gd name="connsiteY2" fmla="*/ 942051 h 942051"/>
              <a:gd name="connsiteX3" fmla="*/ 0 w 24442422"/>
              <a:gd name="connsiteY3" fmla="*/ 942051 h 94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422" h="942051">
                <a:moveTo>
                  <a:pt x="0" y="0"/>
                </a:moveTo>
                <a:lnTo>
                  <a:pt x="24442422" y="0"/>
                </a:lnTo>
                <a:lnTo>
                  <a:pt x="24442422" y="942051"/>
                </a:lnTo>
                <a:lnTo>
                  <a:pt x="0" y="942051"/>
                </a:lnTo>
                <a:close/>
              </a:path>
            </a:pathLst>
          </a:custGeom>
          <a:solidFill>
            <a:srgbClr val="257226"/>
          </a:solidFill>
          <a:ln w="0" cap="flat">
            <a:noFill/>
            <a:prstDash val="solid"/>
            <a:miter/>
          </a:ln>
        </p:spPr>
        <p:txBody>
          <a:bodyPr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143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2286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3429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4572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5715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6858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8001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91440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5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pt-BR" sz="1125"/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FAF6D95F-7038-6CB7-D04E-29C963E914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594" y="0"/>
            <a:ext cx="1870406" cy="660407"/>
          </a:xfrm>
          <a:prstGeom prst="rect">
            <a:avLst/>
          </a:prstGeom>
        </p:spPr>
      </p:pic>
      <p:sp>
        <p:nvSpPr>
          <p:cNvPr id="3" name="Retângulo: Cantos Arredondados 8">
            <a:extLst>
              <a:ext uri="{FF2B5EF4-FFF2-40B4-BE49-F238E27FC236}">
                <a16:creationId xmlns:a16="http://schemas.microsoft.com/office/drawing/2014/main" id="{671F76BC-DE05-181B-FD40-B6C9B1D84EE6}"/>
              </a:ext>
            </a:extLst>
          </p:cNvPr>
          <p:cNvSpPr/>
          <p:nvPr/>
        </p:nvSpPr>
        <p:spPr bwMode="auto">
          <a:xfrm>
            <a:off x="1465740" y="777080"/>
            <a:ext cx="4383773" cy="1151429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ctr" anchorCtr="0" compatLnSpc="1">
            <a:prstTxWarp prst="textNoShape">
              <a:avLst/>
            </a:prstTxWarp>
          </a:bodyPr>
          <a:lstStyle/>
          <a:p>
            <a:r>
              <a:rPr lang="pt-BR" sz="1500" b="1">
                <a:latin typeface="Aptos Narrow"/>
                <a:ea typeface="Calibri"/>
                <a:cs typeface="Calibri"/>
              </a:rPr>
              <a:t>NOME COMPLETO | IDADE – NOTA /POTENCIAL</a:t>
            </a:r>
          </a:p>
          <a:p>
            <a:r>
              <a:rPr lang="pt-BR" sz="1500" b="1">
                <a:latin typeface="Aptos Narrow"/>
                <a:ea typeface="Calibri"/>
                <a:cs typeface="Calibri"/>
              </a:rPr>
              <a:t>CARGO</a:t>
            </a:r>
            <a:endParaRPr lang="pt-BR" sz="1500" b="1">
              <a:latin typeface="Aptos Narrow" panose="020B0004020202020204" pitchFamily="34" charset="0"/>
              <a:ea typeface="Calibri"/>
              <a:cs typeface="Calibri"/>
            </a:endParaRPr>
          </a:p>
          <a:p>
            <a:r>
              <a:rPr lang="en-US" sz="1400">
                <a:latin typeface="Aptos Narrow"/>
                <a:ea typeface="Calibri"/>
                <a:cs typeface="Calibri"/>
              </a:rPr>
              <a:t>FORMACAO</a:t>
            </a:r>
          </a:p>
          <a:p>
            <a:r>
              <a:rPr lang="pt-BR" sz="12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CEO4</a:t>
            </a:r>
            <a:endParaRPr lang="pt-BR"/>
          </a:p>
        </p:txBody>
      </p:sp>
      <p:sp>
        <p:nvSpPr>
          <p:cNvPr id="8" name="Retângulo: Cantos Arredondados 8">
            <a:extLst>
              <a:ext uri="{FF2B5EF4-FFF2-40B4-BE49-F238E27FC236}">
                <a16:creationId xmlns:a16="http://schemas.microsoft.com/office/drawing/2014/main" id="{8C4E2B77-DCCE-976E-BAC7-E865A5DBF318}"/>
              </a:ext>
            </a:extLst>
          </p:cNvPr>
          <p:cNvSpPr/>
          <p:nvPr/>
        </p:nvSpPr>
        <p:spPr bwMode="auto">
          <a:xfrm>
            <a:off x="156511" y="2580223"/>
            <a:ext cx="5815260" cy="2335532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400" b="1"/>
              <a:t>TEXTO EXPLICANDO O PROJETO:</a:t>
            </a:r>
            <a:endParaRPr lang="pt-BR"/>
          </a:p>
          <a:p>
            <a:r>
              <a:rPr lang="pt-BR" sz="1400" dirty="0" err="1">
                <a:solidFill>
                  <a:srgbClr val="000000"/>
                </a:solidFill>
                <a:latin typeface="Aptos"/>
                <a:ea typeface="Verdana"/>
                <a:cs typeface="Verdana" panose="020B0604030504040204" pitchFamily="34" charset="0"/>
              </a:rPr>
              <a:t>Lorem</a:t>
            </a:r>
            <a:r>
              <a:rPr lang="pt-BR" sz="1400" dirty="0">
                <a:solidFill>
                  <a:srgbClr val="000000"/>
                </a:solidFill>
                <a:latin typeface="Aptos"/>
                <a:ea typeface="Verdana"/>
                <a:cs typeface="Verdana" panose="020B0604030504040204" pitchFamily="34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Aptos"/>
                <a:ea typeface="Verdana"/>
                <a:cs typeface="Verdana" panose="020B0604030504040204" pitchFamily="34" charset="0"/>
              </a:rPr>
              <a:t>lorem</a:t>
            </a:r>
            <a:r>
              <a:rPr lang="pt-BR" sz="1400" dirty="0">
                <a:solidFill>
                  <a:srgbClr val="000000"/>
                </a:solidFill>
                <a:latin typeface="Aptos"/>
                <a:ea typeface="Verdana"/>
                <a:cs typeface="Verdana" panose="020B0604030504040204" pitchFamily="34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Aptos"/>
                <a:ea typeface="Verdana"/>
                <a:cs typeface="Verdana" panose="020B0604030504040204" pitchFamily="34" charset="0"/>
              </a:rPr>
              <a:t>lorem</a:t>
            </a:r>
            <a:endParaRPr lang="pt-BR" sz="1400">
              <a:solidFill>
                <a:srgbClr val="000000"/>
              </a:solidFill>
              <a:latin typeface="Aptos"/>
              <a:ea typeface="Verdana"/>
              <a:cs typeface="Verdana" panose="020B0604030504040204" pitchFamily="34" charset="0"/>
            </a:endParaRPr>
          </a:p>
          <a:p>
            <a:endParaRPr lang="pt-BR" sz="1400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A5A29F9-D153-55CC-E291-F1CE60E57C2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" r="3313"/>
          <a:stretch/>
        </p:blipFill>
        <p:spPr>
          <a:xfrm>
            <a:off x="232710" y="787348"/>
            <a:ext cx="1080000" cy="1080000"/>
          </a:xfrm>
          <a:prstGeom prst="ellipse">
            <a:avLst/>
          </a:prstGeom>
          <a:ln>
            <a:solidFill>
              <a:schemeClr val="accent3"/>
            </a:solidFill>
          </a:ln>
        </p:spPr>
      </p:pic>
      <p:sp>
        <p:nvSpPr>
          <p:cNvPr id="13" name="Retângulo: Cantos Arredondados 8">
            <a:extLst>
              <a:ext uri="{FF2B5EF4-FFF2-40B4-BE49-F238E27FC236}">
                <a16:creationId xmlns:a16="http://schemas.microsoft.com/office/drawing/2014/main" id="{425A153A-EC09-871F-8BC3-4351BD8B46F3}"/>
              </a:ext>
            </a:extLst>
          </p:cNvPr>
          <p:cNvSpPr/>
          <p:nvPr/>
        </p:nvSpPr>
        <p:spPr bwMode="auto">
          <a:xfrm>
            <a:off x="7521025" y="780055"/>
            <a:ext cx="4454668" cy="1151429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ctr" anchorCtr="0" compatLnSpc="1">
            <a:prstTxWarp prst="textNoShape">
              <a:avLst/>
            </a:prstTxWarp>
          </a:bodyPr>
          <a:lstStyle/>
          <a:p>
            <a:r>
              <a:rPr lang="pt-BR" sz="1500" b="1">
                <a:latin typeface="Aptos Narrow" panose="020B0004020202020204" pitchFamily="34" charset="0"/>
                <a:ea typeface="Calibri"/>
                <a:cs typeface="Calibri"/>
              </a:rPr>
              <a:t>Emanuel Rodrigues Almeida de Miranda | 25  - 4/PROM</a:t>
            </a:r>
          </a:p>
          <a:p>
            <a:r>
              <a:rPr lang="pt-BR" sz="1500" b="1">
                <a:latin typeface="Aptos Narrow" panose="020B0004020202020204" pitchFamily="34" charset="0"/>
                <a:ea typeface="Calibri"/>
                <a:cs typeface="Calibri"/>
              </a:rPr>
              <a:t>Global Trainee – GT2</a:t>
            </a:r>
          </a:p>
          <a:p>
            <a:r>
              <a:rPr lang="en-US" sz="1400">
                <a:latin typeface="Aptos Narrow" panose="020B0004020202020204" pitchFamily="34" charset="0"/>
                <a:ea typeface="Calibri"/>
                <a:cs typeface="Calibri"/>
              </a:rPr>
              <a:t>Eng. </a:t>
            </a:r>
            <a:r>
              <a:rPr lang="en-US" sz="1400" err="1">
                <a:latin typeface="Aptos Narrow" panose="020B0004020202020204" pitchFamily="34" charset="0"/>
                <a:ea typeface="Calibri"/>
                <a:cs typeface="Calibri"/>
              </a:rPr>
              <a:t>Mecânica</a:t>
            </a:r>
            <a:r>
              <a:rPr lang="en-US" sz="1400">
                <a:latin typeface="Aptos Narrow" panose="020B0004020202020204" pitchFamily="34" charset="0"/>
                <a:ea typeface="Calibri"/>
                <a:cs typeface="Calibri"/>
              </a:rPr>
              <a:t> - UNILESTE</a:t>
            </a:r>
            <a:endParaRPr lang="pt-BR" sz="1600">
              <a:latin typeface="Aptos Narrow" panose="020B0004020202020204" pitchFamily="34" charset="0"/>
              <a:ea typeface="Calibri"/>
              <a:cs typeface="Calibri"/>
            </a:endParaRPr>
          </a:p>
          <a:p>
            <a:r>
              <a:rPr lang="pt-BR" sz="1200" err="1">
                <a:solidFill>
                  <a:srgbClr val="242424"/>
                </a:solidFill>
                <a:latin typeface="Aptos Narrow" panose="020B0004020202020204" pitchFamily="34" charset="0"/>
                <a:ea typeface="Calibri"/>
                <a:cs typeface="Calibri"/>
              </a:rPr>
              <a:t>Maintenance</a:t>
            </a:r>
            <a:r>
              <a:rPr lang="pt-BR" sz="1200">
                <a:solidFill>
                  <a:srgbClr val="242424"/>
                </a:solidFill>
                <a:latin typeface="Aptos Narrow" panose="020B0004020202020204" pitchFamily="34" charset="0"/>
                <a:ea typeface="Calibri"/>
                <a:cs typeface="Calibri"/>
              </a:rPr>
              <a:t> - USI</a:t>
            </a:r>
            <a:endParaRPr lang="pt-BR" sz="1100">
              <a:solidFill>
                <a:srgbClr val="242424"/>
              </a:solidFill>
              <a:latin typeface="Aptos Narrow" panose="020B0004020202020204" pitchFamily="34" charset="0"/>
              <a:ea typeface="Calibri"/>
              <a:cs typeface="Calibri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92B697F-3B81-9422-7C2E-FFD605BA623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" r="3012"/>
          <a:stretch/>
        </p:blipFill>
        <p:spPr>
          <a:xfrm>
            <a:off x="6297138" y="851486"/>
            <a:ext cx="1080000" cy="1080000"/>
          </a:xfrm>
          <a:prstGeom prst="ellipse">
            <a:avLst/>
          </a:prstGeom>
          <a:ln>
            <a:solidFill>
              <a:schemeClr val="accent3"/>
            </a:solidFill>
          </a:ln>
        </p:spPr>
      </p:pic>
      <p:sp>
        <p:nvSpPr>
          <p:cNvPr id="15" name="Retângulo: Cantos Arredondados 8">
            <a:extLst>
              <a:ext uri="{FF2B5EF4-FFF2-40B4-BE49-F238E27FC236}">
                <a16:creationId xmlns:a16="http://schemas.microsoft.com/office/drawing/2014/main" id="{C1AE6329-A447-C96B-FE61-3207AF48D506}"/>
              </a:ext>
            </a:extLst>
          </p:cNvPr>
          <p:cNvSpPr/>
          <p:nvPr/>
        </p:nvSpPr>
        <p:spPr bwMode="auto">
          <a:xfrm>
            <a:off x="6193418" y="2566106"/>
            <a:ext cx="5710987" cy="2759869"/>
          </a:xfrm>
          <a:prstGeom prst="roundRect">
            <a:avLst>
              <a:gd name="adj" fmla="val 0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92" tIns="32146" rIns="64292" bIns="32146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400" b="1"/>
              <a:t>Implantação do MCM – Pontes Rolantes de Carga Líquida</a:t>
            </a:r>
            <a:endParaRPr lang="pt-BR" sz="1400"/>
          </a:p>
          <a:p>
            <a:r>
              <a:rPr lang="pt-BR" sz="1400" b="1"/>
              <a:t>Objetivo:</a:t>
            </a:r>
            <a:r>
              <a:rPr lang="pt-BR" sz="1400"/>
              <a:t> padronizar rotinas de manutenção (DTM, Bom Dia Operador, Programação, Perfil de Perdas etc.), aumentar confiabilidade dos ativos e reforçar disciplina operacional.</a:t>
            </a:r>
          </a:p>
          <a:p>
            <a:r>
              <a:rPr lang="pt-BR" sz="1400" b="1"/>
              <a:t>Ações/Entregas:</a:t>
            </a:r>
            <a:r>
              <a:rPr lang="pt-BR" sz="1400"/>
              <a:t> revisão de planos elétricos/mecânicos; indicadores de performance e perdas; procedimentos técnicos (kit MRO, análise de falhas); Bom Dia Operador customizado com checklist digital (tablet, geolocalização e NFC).</a:t>
            </a:r>
          </a:p>
          <a:p>
            <a:r>
              <a:rPr lang="pt-BR" sz="1400" b="1"/>
              <a:t>Ganhos:</a:t>
            </a:r>
            <a:r>
              <a:rPr lang="pt-BR" sz="1400"/>
              <a:t> redução de paradas não planejadas, maior rastreabilidade, eficiência na gestão de sobressalentes, disponibilidade dos ativos críticos e integração entre manutenção, operação e suprimentos.</a:t>
            </a:r>
          </a:p>
        </p:txBody>
      </p:sp>
    </p:spTree>
    <p:extLst>
      <p:ext uri="{BB962C8B-B14F-4D97-AF65-F5344CB8AC3E}">
        <p14:creationId xmlns:p14="http://schemas.microsoft.com/office/powerpoint/2010/main" val="27591913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63ddd65-1730-4534-8c60-5237bc7237f7}" enabled="1" method="Standard" siteId="{f42fc9cf-67de-42f2-a997-d920d85e69a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Paula Reggiane De Andrade</dc:creator>
  <cp:revision>36</cp:revision>
  <cp:lastPrinted>2025-08-25T16:02:30Z</cp:lastPrinted>
  <dcterms:created xsi:type="dcterms:W3CDTF">2024-07-12T18:40:16Z</dcterms:created>
  <dcterms:modified xsi:type="dcterms:W3CDTF">2026-04-13T19:16:50Z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3ddd65-1730-4534-8c60-5237bc7237f7_Enabled">
    <vt:lpwstr>true</vt:lpwstr>
  </property>
  <property fmtid="{D5CDD505-2E9C-101B-9397-08002B2CF9AE}" pid="3" name="MSIP_Label_b63ddd65-1730-4534-8c60-5237bc7237f7_SetDate">
    <vt:lpwstr>2024-08-01T14:42:18Z</vt:lpwstr>
  </property>
  <property fmtid="{D5CDD505-2E9C-101B-9397-08002B2CF9AE}" pid="4" name="MSIP_Label_b63ddd65-1730-4534-8c60-5237bc7237f7_Method">
    <vt:lpwstr>Standard</vt:lpwstr>
  </property>
  <property fmtid="{D5CDD505-2E9C-101B-9397-08002B2CF9AE}" pid="5" name="MSIP_Label_b63ddd65-1730-4534-8c60-5237bc7237f7_Name">
    <vt:lpwstr>b63ddd65-1730-4534-8c60-5237bc7237f7</vt:lpwstr>
  </property>
  <property fmtid="{D5CDD505-2E9C-101B-9397-08002B2CF9AE}" pid="6" name="MSIP_Label_b63ddd65-1730-4534-8c60-5237bc7237f7_SiteId">
    <vt:lpwstr>f42fc9cf-67de-42f2-a997-d920d85e69a6</vt:lpwstr>
  </property>
  <property fmtid="{D5CDD505-2E9C-101B-9397-08002B2CF9AE}" pid="7" name="MSIP_Label_b63ddd65-1730-4534-8c60-5237bc7237f7_ActionId">
    <vt:lpwstr>1bfb469a-b063-44a7-abbf-f24b8ffa626c</vt:lpwstr>
  </property>
  <property fmtid="{D5CDD505-2E9C-101B-9397-08002B2CF9AE}" pid="8" name="MSIP_Label_b63ddd65-1730-4534-8c60-5237bc7237f7_ContentBits">
    <vt:lpwstr>2</vt:lpwstr>
  </property>
  <property fmtid="{D5CDD505-2E9C-101B-9397-08002B2CF9AE}" pid="9" name="ClassificationContentMarkingFooterLocations">
    <vt:lpwstr>Tema do Office:8</vt:lpwstr>
  </property>
  <property fmtid="{D5CDD505-2E9C-101B-9397-08002B2CF9AE}" pid="10" name="ClassificationContentMarkingFooterText">
    <vt:lpwstr>                                                   Classificação da informação: Confidencial / Grupo de Acesso: </vt:lpwstr>
  </property>
</Properties>
</file>